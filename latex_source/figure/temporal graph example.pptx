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57" r:id="rId6"/>
    <p:sldId id="258" r:id="rId7"/>
    <p:sldId id="259" r:id="rId8"/>
    <p:sldId id="260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6092190" y="2094865"/>
            <a:ext cx="372110" cy="377190"/>
            <a:chOff x="8717" y="894"/>
            <a:chExt cx="586" cy="594"/>
          </a:xfrm>
        </p:grpSpPr>
        <p:sp>
          <p:nvSpPr>
            <p:cNvPr id="9" name="椭圆 8"/>
            <p:cNvSpPr/>
            <p:nvPr/>
          </p:nvSpPr>
          <p:spPr>
            <a:xfrm>
              <a:off x="8717" y="894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/>
          <p:cNvGrpSpPr/>
          <p:nvPr/>
        </p:nvGrpSpPr>
        <p:grpSpPr>
          <a:xfrm>
            <a:off x="7158355" y="2094865"/>
            <a:ext cx="372110" cy="377190"/>
            <a:chOff x="7074" y="2702"/>
            <a:chExt cx="586" cy="594"/>
          </a:xfrm>
        </p:grpSpPr>
        <p:sp>
          <p:nvSpPr>
            <p:cNvPr id="7" name="椭圆 6"/>
            <p:cNvSpPr/>
            <p:nvPr/>
          </p:nvSpPr>
          <p:spPr>
            <a:xfrm>
              <a:off x="7074" y="2702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7146" y="2702"/>
                  <a:ext cx="495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" y="2702"/>
                  <a:ext cx="495" cy="48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/>
          <p:cNvGrpSpPr/>
          <p:nvPr/>
        </p:nvGrpSpPr>
        <p:grpSpPr>
          <a:xfrm>
            <a:off x="6638290" y="2665095"/>
            <a:ext cx="372110" cy="377190"/>
            <a:chOff x="3399" y="546"/>
            <a:chExt cx="586" cy="594"/>
          </a:xfrm>
        </p:grpSpPr>
        <p:sp>
          <p:nvSpPr>
            <p:cNvPr id="13" name="椭圆 12"/>
            <p:cNvSpPr/>
            <p:nvPr/>
          </p:nvSpPr>
          <p:spPr>
            <a:xfrm>
              <a:off x="3399" y="54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3472" y="546"/>
                  <a:ext cx="495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" y="546"/>
                  <a:ext cx="495" cy="48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/>
          <p:cNvGrpSpPr/>
          <p:nvPr/>
        </p:nvGrpSpPr>
        <p:grpSpPr>
          <a:xfrm>
            <a:off x="6626860" y="1511300"/>
            <a:ext cx="372110" cy="377190"/>
            <a:chOff x="5297" y="536"/>
            <a:chExt cx="586" cy="594"/>
          </a:xfrm>
        </p:grpSpPr>
        <p:sp>
          <p:nvSpPr>
            <p:cNvPr id="16" name="椭圆 15"/>
            <p:cNvSpPr/>
            <p:nvPr/>
          </p:nvSpPr>
          <p:spPr>
            <a:xfrm>
              <a:off x="5297" y="53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5369" y="536"/>
                  <a:ext cx="478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" y="536"/>
                  <a:ext cx="478" cy="48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直接连接符 19"/>
          <p:cNvCxnSpPr>
            <a:stCxn id="16" idx="3"/>
          </p:cNvCxnSpPr>
          <p:nvPr/>
        </p:nvCxnSpPr>
        <p:spPr>
          <a:xfrm flipH="1">
            <a:off x="6398260" y="1833880"/>
            <a:ext cx="283210" cy="298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326505" y="1751330"/>
            <a:ext cx="2178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</a:rPr>
              <a:t>2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H="1" flipV="1">
            <a:off x="6963410" y="1817370"/>
            <a:ext cx="26670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7038340" y="1757680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6414770" y="2419350"/>
            <a:ext cx="266700" cy="318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6963410" y="2439035"/>
            <a:ext cx="283210" cy="298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336000" y="2484000"/>
            <a:ext cx="2178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</a:rPr>
              <a:t>0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38340" y="2484120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cxnSp>
        <p:nvCxnSpPr>
          <p:cNvPr id="29" name="直接连接符 28"/>
          <p:cNvCxnSpPr>
            <a:stCxn id="7" idx="2"/>
            <a:endCxn id="9" idx="6"/>
          </p:cNvCxnSpPr>
          <p:nvPr/>
        </p:nvCxnSpPr>
        <p:spPr>
          <a:xfrm flipH="1">
            <a:off x="6464300" y="2284095"/>
            <a:ext cx="6940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681470" y="2240280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81470" y="1960880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2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49" name="弧形 48"/>
          <p:cNvSpPr/>
          <p:nvPr/>
        </p:nvSpPr>
        <p:spPr>
          <a:xfrm rot="10800000">
            <a:off x="6233795" y="2063750"/>
            <a:ext cx="776605" cy="801370"/>
          </a:xfrm>
          <a:prstGeom prst="arc">
            <a:avLst>
              <a:gd name="adj1" fmla="val 16091160"/>
              <a:gd name="adj2" fmla="val 2155787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6092190" y="2665095"/>
            <a:ext cx="2851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3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6451200" y="2233295"/>
            <a:ext cx="709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弧形 47"/>
          <p:cNvSpPr/>
          <p:nvPr/>
        </p:nvSpPr>
        <p:spPr>
          <a:xfrm>
            <a:off x="6626860" y="1706880"/>
            <a:ext cx="776605" cy="801370"/>
          </a:xfrm>
          <a:prstGeom prst="arc">
            <a:avLst>
              <a:gd name="adj1" fmla="val 16091160"/>
              <a:gd name="adj2" fmla="val 2155787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230110" y="1585595"/>
            <a:ext cx="28511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3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4716210" y="2095500"/>
            <a:ext cx="372110" cy="377190"/>
            <a:chOff x="8717" y="894"/>
            <a:chExt cx="586" cy="594"/>
          </a:xfrm>
        </p:grpSpPr>
        <p:sp>
          <p:nvSpPr>
            <p:cNvPr id="5" name="椭圆 4"/>
            <p:cNvSpPr/>
            <p:nvPr/>
          </p:nvSpPr>
          <p:spPr>
            <a:xfrm>
              <a:off x="8717" y="894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/>
          <p:cNvGrpSpPr/>
          <p:nvPr/>
        </p:nvGrpSpPr>
        <p:grpSpPr>
          <a:xfrm>
            <a:off x="6105810" y="2095500"/>
            <a:ext cx="372110" cy="377825"/>
            <a:chOff x="7074" y="2702"/>
            <a:chExt cx="586" cy="595"/>
          </a:xfrm>
        </p:grpSpPr>
        <p:sp>
          <p:nvSpPr>
            <p:cNvPr id="8" name="椭圆 7"/>
            <p:cNvSpPr/>
            <p:nvPr/>
          </p:nvSpPr>
          <p:spPr>
            <a:xfrm>
              <a:off x="7074" y="2702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7146" y="2702"/>
                  <a:ext cx="448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" y="2702"/>
                  <a:ext cx="448" cy="48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5029835" y="2770505"/>
            <a:ext cx="372110" cy="377825"/>
            <a:chOff x="3399" y="546"/>
            <a:chExt cx="586" cy="595"/>
          </a:xfrm>
        </p:grpSpPr>
        <p:sp>
          <p:nvSpPr>
            <p:cNvPr id="30" name="椭圆 29"/>
            <p:cNvSpPr/>
            <p:nvPr/>
          </p:nvSpPr>
          <p:spPr>
            <a:xfrm>
              <a:off x="3399" y="54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3472" y="546"/>
                  <a:ext cx="448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" y="546"/>
                  <a:ext cx="448" cy="48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文本框 37"/>
          <p:cNvSpPr txBox="1"/>
          <p:nvPr/>
        </p:nvSpPr>
        <p:spPr>
          <a:xfrm>
            <a:off x="5070475" y="1758315"/>
            <a:ext cx="3130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</a:rPr>
              <a:t>3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450810" y="2903100"/>
            <a:ext cx="2178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</a:rPr>
              <a:t>2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811395" y="2527935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337175" y="2484755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2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5405235" y="1616710"/>
            <a:ext cx="372110" cy="377825"/>
            <a:chOff x="5297" y="536"/>
            <a:chExt cx="586" cy="595"/>
          </a:xfrm>
        </p:grpSpPr>
        <p:sp>
          <p:nvSpPr>
            <p:cNvPr id="76" name="椭圆 75"/>
            <p:cNvSpPr/>
            <p:nvPr/>
          </p:nvSpPr>
          <p:spPr>
            <a:xfrm>
              <a:off x="5297" y="53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文本框 76"/>
                <p:cNvSpPr txBox="1"/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77" name="文本框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/>
          <p:cNvGrpSpPr/>
          <p:nvPr/>
        </p:nvGrpSpPr>
        <p:grpSpPr>
          <a:xfrm>
            <a:off x="5736705" y="2770505"/>
            <a:ext cx="372110" cy="377825"/>
            <a:chOff x="5297" y="536"/>
            <a:chExt cx="586" cy="595"/>
          </a:xfrm>
        </p:grpSpPr>
        <p:sp>
          <p:nvSpPr>
            <p:cNvPr id="79" name="椭圆 78"/>
            <p:cNvSpPr/>
            <p:nvPr/>
          </p:nvSpPr>
          <p:spPr>
            <a:xfrm>
              <a:off x="5297" y="53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本框 79"/>
                <p:cNvSpPr txBox="1"/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80" name="文本框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1" name="直接连接符 80"/>
          <p:cNvCxnSpPr/>
          <p:nvPr/>
        </p:nvCxnSpPr>
        <p:spPr>
          <a:xfrm flipH="1" flipV="1">
            <a:off x="5403215" y="2959100"/>
            <a:ext cx="330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5044835" y="1891030"/>
            <a:ext cx="381635" cy="267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 flipV="1">
            <a:off x="5756670" y="1905635"/>
            <a:ext cx="381600" cy="26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H="1" flipV="1">
            <a:off x="5088255" y="2284095"/>
            <a:ext cx="101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H="1" flipV="1">
            <a:off x="4955935" y="2461260"/>
            <a:ext cx="160655" cy="332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flipV="1">
            <a:off x="6048770" y="2456180"/>
            <a:ext cx="16200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V="1">
            <a:off x="5347095" y="2418035"/>
            <a:ext cx="812800" cy="412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H="1" flipV="1">
            <a:off x="5080635" y="2328545"/>
            <a:ext cx="102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/>
        </p:nvSpPr>
        <p:spPr>
          <a:xfrm>
            <a:off x="5080635" y="2264410"/>
            <a:ext cx="2800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0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798820" y="1758315"/>
            <a:ext cx="2857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3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34330" y="2032000"/>
            <a:ext cx="3130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</a:rPr>
              <a:t>2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84570" y="2527935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0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1" name="组合 60"/>
          <p:cNvGrpSpPr/>
          <p:nvPr/>
        </p:nvGrpSpPr>
        <p:grpSpPr>
          <a:xfrm>
            <a:off x="6098400" y="1511300"/>
            <a:ext cx="1438275" cy="961390"/>
            <a:chOff x="9594" y="2380"/>
            <a:chExt cx="2265" cy="1514"/>
          </a:xfrm>
        </p:grpSpPr>
        <p:grpSp>
          <p:nvGrpSpPr>
            <p:cNvPr id="12" name="组合 11"/>
            <p:cNvGrpSpPr/>
            <p:nvPr/>
          </p:nvGrpSpPr>
          <p:grpSpPr>
            <a:xfrm>
              <a:off x="9594" y="3299"/>
              <a:ext cx="586" cy="595"/>
              <a:chOff x="8717" y="894"/>
              <a:chExt cx="586" cy="595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8717" y="894"/>
                <a:ext cx="586" cy="595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kumimoji="1" lang="zh-CN" alt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文本框 9"/>
                  <p:cNvSpPr txBox="1"/>
                  <p:nvPr/>
                </p:nvSpPr>
                <p:spPr>
                  <a:xfrm>
                    <a:off x="8789" y="894"/>
                    <a:ext cx="422" cy="4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000" dirty="0"/>
                  </a:p>
                </p:txBody>
              </p:sp>
            </mc:Choice>
            <mc:Fallback>
              <p:sp>
                <p:nvSpPr>
                  <p:cNvPr id="10" name="文本框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9" y="894"/>
                    <a:ext cx="422" cy="484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组合 10"/>
            <p:cNvGrpSpPr/>
            <p:nvPr/>
          </p:nvGrpSpPr>
          <p:grpSpPr>
            <a:xfrm>
              <a:off x="11273" y="3299"/>
              <a:ext cx="586" cy="595"/>
              <a:chOff x="7074" y="2702"/>
              <a:chExt cx="586" cy="595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7074" y="2702"/>
                <a:ext cx="586" cy="595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kumimoji="1" lang="zh-CN" alt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文本框 7"/>
                  <p:cNvSpPr txBox="1"/>
                  <p:nvPr/>
                </p:nvSpPr>
                <p:spPr>
                  <a:xfrm>
                    <a:off x="7146" y="2702"/>
                    <a:ext cx="448" cy="4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000" dirty="0"/>
                  </a:p>
                </p:txBody>
              </p:sp>
            </mc:Choice>
            <mc:Fallback>
              <p:sp>
                <p:nvSpPr>
                  <p:cNvPr id="8" name="文本框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6" y="2702"/>
                    <a:ext cx="448" cy="484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组合 17"/>
            <p:cNvGrpSpPr/>
            <p:nvPr/>
          </p:nvGrpSpPr>
          <p:grpSpPr>
            <a:xfrm>
              <a:off x="10436" y="2380"/>
              <a:ext cx="586" cy="595"/>
              <a:chOff x="5297" y="536"/>
              <a:chExt cx="586" cy="595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5297" y="536"/>
                <a:ext cx="586" cy="595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kumimoji="1" lang="zh-CN" alt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文本框 16"/>
                  <p:cNvSpPr txBox="1"/>
                  <p:nvPr/>
                </p:nvSpPr>
                <p:spPr>
                  <a:xfrm>
                    <a:off x="5369" y="536"/>
                    <a:ext cx="410" cy="4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000" dirty="0"/>
                  </a:p>
                </p:txBody>
              </p:sp>
            </mc:Choice>
            <mc:Fallback>
              <p:sp>
                <p:nvSpPr>
                  <p:cNvPr id="17" name="文本框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9" y="536"/>
                    <a:ext cx="410" cy="484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0" name="直接连接符 19"/>
            <p:cNvCxnSpPr>
              <a:stCxn id="16" idx="3"/>
            </p:cNvCxnSpPr>
            <p:nvPr/>
          </p:nvCxnSpPr>
          <p:spPr>
            <a:xfrm flipH="1">
              <a:off x="10076" y="2888"/>
              <a:ext cx="446" cy="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9963" y="2758"/>
              <a:ext cx="34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Cambria Math" panose="02040503050406030204" pitchFamily="18" charset="0"/>
                  <a:cs typeface="Cambria Math" panose="02040503050406030204" pitchFamily="18" charset="0"/>
                </a:rPr>
                <a:t>3</a:t>
              </a:r>
              <a:endParaRPr lang="en-US" altLang="zh-CN" sz="1600">
                <a:latin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 flipV="1">
              <a:off x="10966" y="2862"/>
              <a:ext cx="420" cy="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11084" y="2768"/>
              <a:ext cx="48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60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3</a:t>
              </a:r>
              <a:endPara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endParaRPr>
            </a:p>
          </p:txBody>
        </p:sp>
        <p:cxnSp>
          <p:nvCxnSpPr>
            <p:cNvPr id="29" name="直接连接符 28"/>
            <p:cNvCxnSpPr>
              <a:stCxn id="7" idx="2"/>
              <a:endCxn id="9" idx="6"/>
            </p:cNvCxnSpPr>
            <p:nvPr/>
          </p:nvCxnSpPr>
          <p:spPr>
            <a:xfrm flipH="1">
              <a:off x="10180" y="3597"/>
              <a:ext cx="10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10522" y="3135"/>
              <a:ext cx="48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60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2</a:t>
              </a:r>
              <a:endPara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099175" y="2534285"/>
            <a:ext cx="1438275" cy="948055"/>
            <a:chOff x="9605" y="6066"/>
            <a:chExt cx="2265" cy="1493"/>
          </a:xfrm>
        </p:grpSpPr>
        <p:grpSp>
          <p:nvGrpSpPr>
            <p:cNvPr id="4" name="组合 3"/>
            <p:cNvGrpSpPr/>
            <p:nvPr/>
          </p:nvGrpSpPr>
          <p:grpSpPr>
            <a:xfrm>
              <a:off x="9605" y="6066"/>
              <a:ext cx="586" cy="595"/>
              <a:chOff x="8717" y="894"/>
              <a:chExt cx="586" cy="595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8717" y="894"/>
                <a:ext cx="586" cy="595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kumimoji="1" lang="zh-CN" alt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8789" y="894"/>
                    <a:ext cx="425" cy="4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000" dirty="0"/>
                  </a:p>
                </p:txBody>
              </p:sp>
            </mc:Choice>
            <mc:Fallback>
              <p:sp>
                <p:nvSpPr>
                  <p:cNvPr id="6" name="文本框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9" y="894"/>
                    <a:ext cx="425" cy="484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/>
            <p:cNvGrpSpPr/>
            <p:nvPr/>
          </p:nvGrpSpPr>
          <p:grpSpPr>
            <a:xfrm>
              <a:off x="11284" y="6066"/>
              <a:ext cx="586" cy="595"/>
              <a:chOff x="7074" y="2702"/>
              <a:chExt cx="586" cy="595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074" y="2702"/>
                <a:ext cx="586" cy="595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kumimoji="1" lang="zh-CN" alt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文本框 29"/>
                  <p:cNvSpPr txBox="1"/>
                  <p:nvPr/>
                </p:nvSpPr>
                <p:spPr>
                  <a:xfrm>
                    <a:off x="7146" y="2702"/>
                    <a:ext cx="449" cy="4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000" dirty="0"/>
                  </a:p>
                </p:txBody>
              </p:sp>
            </mc:Choice>
            <mc:Fallback>
              <p:sp>
                <p:nvSpPr>
                  <p:cNvPr id="30" name="文本框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6" y="2702"/>
                    <a:ext cx="449" cy="484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组合 30"/>
            <p:cNvGrpSpPr/>
            <p:nvPr/>
          </p:nvGrpSpPr>
          <p:grpSpPr>
            <a:xfrm>
              <a:off x="10465" y="6964"/>
              <a:ext cx="586" cy="595"/>
              <a:chOff x="3399" y="546"/>
              <a:chExt cx="586" cy="595"/>
            </a:xfrm>
          </p:grpSpPr>
          <p:sp>
            <p:nvSpPr>
              <p:cNvPr id="33" name="椭圆 32"/>
              <p:cNvSpPr/>
              <p:nvPr/>
            </p:nvSpPr>
            <p:spPr>
              <a:xfrm>
                <a:off x="3399" y="546"/>
                <a:ext cx="586" cy="595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endParaRPr kumimoji="1" lang="zh-CN" alt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文本框 34"/>
                  <p:cNvSpPr txBox="1"/>
                  <p:nvPr/>
                </p:nvSpPr>
                <p:spPr>
                  <a:xfrm>
                    <a:off x="3472" y="546"/>
                    <a:ext cx="448" cy="4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000" dirty="0"/>
                  </a:p>
                </p:txBody>
              </p:sp>
            </mc:Choice>
            <mc:Fallback>
              <p:sp>
                <p:nvSpPr>
                  <p:cNvPr id="35" name="文本框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2" y="546"/>
                    <a:ext cx="448" cy="484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3" name="直接连接符 42"/>
            <p:cNvCxnSpPr/>
            <p:nvPr/>
          </p:nvCxnSpPr>
          <p:spPr>
            <a:xfrm>
              <a:off x="10113" y="6577"/>
              <a:ext cx="420" cy="5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0977" y="6608"/>
              <a:ext cx="446" cy="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9973" y="6679"/>
              <a:ext cx="34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Cambria Math" panose="02040503050406030204" pitchFamily="18" charset="0"/>
                  <a:cs typeface="Cambria Math" panose="02040503050406030204" pitchFamily="18" charset="0"/>
                </a:rPr>
                <a:t>1</a:t>
              </a:r>
              <a:endParaRPr lang="en-US" altLang="zh-CN" sz="1600">
                <a:latin typeface="Cambria Math" panose="02040503050406030204" pitchFamily="18" charset="0"/>
                <a:cs typeface="Cambria Math" panose="02040503050406030204" pitchFamily="18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1095" y="6679"/>
              <a:ext cx="48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60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2</a:t>
              </a:r>
              <a:endPara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>
            <a:xfrm flipH="1">
              <a:off x="10191" y="6364"/>
              <a:ext cx="10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10533" y="6295"/>
              <a:ext cx="481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600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2</a:t>
              </a:r>
              <a:endPara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0" name="组合 69"/>
          <p:cNvGrpSpPr/>
          <p:nvPr/>
        </p:nvGrpSpPr>
        <p:grpSpPr>
          <a:xfrm>
            <a:off x="4716210" y="2095500"/>
            <a:ext cx="372110" cy="377190"/>
            <a:chOff x="8717" y="894"/>
            <a:chExt cx="586" cy="594"/>
          </a:xfrm>
        </p:grpSpPr>
        <p:sp>
          <p:nvSpPr>
            <p:cNvPr id="71" name="椭圆 70"/>
            <p:cNvSpPr/>
            <p:nvPr/>
          </p:nvSpPr>
          <p:spPr>
            <a:xfrm>
              <a:off x="8717" y="894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本框 71"/>
                <p:cNvSpPr txBox="1"/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72" name="文本框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/>
          <p:cNvGrpSpPr/>
          <p:nvPr/>
        </p:nvGrpSpPr>
        <p:grpSpPr>
          <a:xfrm>
            <a:off x="6105810" y="2095500"/>
            <a:ext cx="372110" cy="377825"/>
            <a:chOff x="7074" y="2702"/>
            <a:chExt cx="586" cy="595"/>
          </a:xfrm>
        </p:grpSpPr>
        <p:sp>
          <p:nvSpPr>
            <p:cNvPr id="74" name="椭圆 73"/>
            <p:cNvSpPr/>
            <p:nvPr/>
          </p:nvSpPr>
          <p:spPr>
            <a:xfrm>
              <a:off x="7074" y="2702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本框 81"/>
                <p:cNvSpPr txBox="1"/>
                <p:nvPr/>
              </p:nvSpPr>
              <p:spPr>
                <a:xfrm>
                  <a:off x="7146" y="2702"/>
                  <a:ext cx="448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82" name="文本框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" y="2702"/>
                  <a:ext cx="448" cy="48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/>
          <p:cNvGrpSpPr/>
          <p:nvPr/>
        </p:nvGrpSpPr>
        <p:grpSpPr>
          <a:xfrm>
            <a:off x="5029835" y="2770505"/>
            <a:ext cx="372110" cy="377825"/>
            <a:chOff x="3399" y="546"/>
            <a:chExt cx="586" cy="595"/>
          </a:xfrm>
        </p:grpSpPr>
        <p:sp>
          <p:nvSpPr>
            <p:cNvPr id="91" name="椭圆 90"/>
            <p:cNvSpPr/>
            <p:nvPr/>
          </p:nvSpPr>
          <p:spPr>
            <a:xfrm>
              <a:off x="3399" y="54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文本框 93"/>
                <p:cNvSpPr txBox="1"/>
                <p:nvPr/>
              </p:nvSpPr>
              <p:spPr>
                <a:xfrm>
                  <a:off x="3472" y="546"/>
                  <a:ext cx="448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94" name="文本框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" y="546"/>
                  <a:ext cx="448" cy="48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文本框 95"/>
          <p:cNvSpPr txBox="1"/>
          <p:nvPr/>
        </p:nvSpPr>
        <p:spPr>
          <a:xfrm>
            <a:off x="5450810" y="2903100"/>
            <a:ext cx="2178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811395" y="2527935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337175" y="2484755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2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5736705" y="2770505"/>
            <a:ext cx="372110" cy="377825"/>
            <a:chOff x="5297" y="536"/>
            <a:chExt cx="586" cy="595"/>
          </a:xfrm>
        </p:grpSpPr>
        <p:sp>
          <p:nvSpPr>
            <p:cNvPr id="103" name="椭圆 102"/>
            <p:cNvSpPr/>
            <p:nvPr/>
          </p:nvSpPr>
          <p:spPr>
            <a:xfrm>
              <a:off x="5297" y="53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文本框 103"/>
                <p:cNvSpPr txBox="1"/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104" name="文本框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5" name="直接连接符 104"/>
          <p:cNvCxnSpPr/>
          <p:nvPr/>
        </p:nvCxnSpPr>
        <p:spPr>
          <a:xfrm flipH="1" flipV="1">
            <a:off x="5403215" y="2959100"/>
            <a:ext cx="330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H="1" flipV="1">
            <a:off x="5088255" y="2284095"/>
            <a:ext cx="101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H="1" flipV="1">
            <a:off x="4955935" y="2461260"/>
            <a:ext cx="160655" cy="332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6048770" y="2456180"/>
            <a:ext cx="16200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V="1">
            <a:off x="5355350" y="2418035"/>
            <a:ext cx="804545" cy="404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 flipV="1">
            <a:off x="5080635" y="2328545"/>
            <a:ext cx="102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5080635" y="2264410"/>
            <a:ext cx="2800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0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434330" y="2032000"/>
            <a:ext cx="3130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084570" y="2527935"/>
            <a:ext cx="3054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1</a:t>
            </a:r>
            <a:endParaRPr lang="en-US" altLang="zh-CN" sz="1600">
              <a:latin typeface="Cambria Math" panose="02040503050406030204" pitchFamily="18" charset="0"/>
              <a:cs typeface="Cambria Math" panose="020405030504060302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0" name="组合 69"/>
          <p:cNvGrpSpPr/>
          <p:nvPr/>
        </p:nvGrpSpPr>
        <p:grpSpPr>
          <a:xfrm>
            <a:off x="4716210" y="2095500"/>
            <a:ext cx="372110" cy="377190"/>
            <a:chOff x="8717" y="894"/>
            <a:chExt cx="586" cy="594"/>
          </a:xfrm>
        </p:grpSpPr>
        <p:sp>
          <p:nvSpPr>
            <p:cNvPr id="71" name="椭圆 70"/>
            <p:cNvSpPr/>
            <p:nvPr/>
          </p:nvSpPr>
          <p:spPr>
            <a:xfrm>
              <a:off x="8717" y="894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本框 71"/>
                <p:cNvSpPr txBox="1"/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72" name="文本框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/>
          <p:cNvGrpSpPr/>
          <p:nvPr/>
        </p:nvGrpSpPr>
        <p:grpSpPr>
          <a:xfrm>
            <a:off x="6105810" y="2095500"/>
            <a:ext cx="372110" cy="377825"/>
            <a:chOff x="7074" y="2702"/>
            <a:chExt cx="586" cy="595"/>
          </a:xfrm>
        </p:grpSpPr>
        <p:sp>
          <p:nvSpPr>
            <p:cNvPr id="74" name="椭圆 73"/>
            <p:cNvSpPr/>
            <p:nvPr/>
          </p:nvSpPr>
          <p:spPr>
            <a:xfrm>
              <a:off x="7074" y="2702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本框 81"/>
                <p:cNvSpPr txBox="1"/>
                <p:nvPr/>
              </p:nvSpPr>
              <p:spPr>
                <a:xfrm>
                  <a:off x="7146" y="2702"/>
                  <a:ext cx="448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82" name="文本框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" y="2702"/>
                  <a:ext cx="448" cy="48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/>
          <p:cNvGrpSpPr/>
          <p:nvPr/>
        </p:nvGrpSpPr>
        <p:grpSpPr>
          <a:xfrm>
            <a:off x="5029835" y="2770505"/>
            <a:ext cx="372110" cy="377825"/>
            <a:chOff x="3399" y="546"/>
            <a:chExt cx="586" cy="595"/>
          </a:xfrm>
        </p:grpSpPr>
        <p:sp>
          <p:nvSpPr>
            <p:cNvPr id="91" name="椭圆 90"/>
            <p:cNvSpPr/>
            <p:nvPr/>
          </p:nvSpPr>
          <p:spPr>
            <a:xfrm>
              <a:off x="3399" y="54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文本框 93"/>
                <p:cNvSpPr txBox="1"/>
                <p:nvPr/>
              </p:nvSpPr>
              <p:spPr>
                <a:xfrm>
                  <a:off x="3472" y="546"/>
                  <a:ext cx="448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94" name="文本框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" y="546"/>
                  <a:ext cx="448" cy="48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/>
          <p:cNvGrpSpPr/>
          <p:nvPr/>
        </p:nvGrpSpPr>
        <p:grpSpPr>
          <a:xfrm>
            <a:off x="5736705" y="2770505"/>
            <a:ext cx="372110" cy="377825"/>
            <a:chOff x="5297" y="536"/>
            <a:chExt cx="586" cy="595"/>
          </a:xfrm>
        </p:grpSpPr>
        <p:sp>
          <p:nvSpPr>
            <p:cNvPr id="103" name="椭圆 102"/>
            <p:cNvSpPr/>
            <p:nvPr/>
          </p:nvSpPr>
          <p:spPr>
            <a:xfrm>
              <a:off x="5297" y="53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文本框 103"/>
                <p:cNvSpPr txBox="1"/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104" name="文本框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" y="536"/>
                  <a:ext cx="439" cy="48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5" name="直接连接符 104"/>
          <p:cNvCxnSpPr/>
          <p:nvPr/>
        </p:nvCxnSpPr>
        <p:spPr>
          <a:xfrm flipH="1" flipV="1">
            <a:off x="5403215" y="2959100"/>
            <a:ext cx="330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H="1" flipV="1">
            <a:off x="5088255" y="2284095"/>
            <a:ext cx="101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H="1" flipV="1">
            <a:off x="4955935" y="2461260"/>
            <a:ext cx="160655" cy="332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6048770" y="2456180"/>
            <a:ext cx="162000" cy="3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V="1">
            <a:off x="5355350" y="2418035"/>
            <a:ext cx="804545" cy="404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7885430" y="2117090"/>
            <a:ext cx="372110" cy="377190"/>
            <a:chOff x="8717" y="894"/>
            <a:chExt cx="586" cy="594"/>
          </a:xfrm>
        </p:grpSpPr>
        <p:sp>
          <p:nvSpPr>
            <p:cNvPr id="5" name="椭圆 4"/>
            <p:cNvSpPr/>
            <p:nvPr/>
          </p:nvSpPr>
          <p:spPr>
            <a:xfrm>
              <a:off x="8717" y="894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" y="894"/>
                  <a:ext cx="486" cy="48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/>
          <p:cNvGrpSpPr/>
          <p:nvPr/>
        </p:nvGrpSpPr>
        <p:grpSpPr>
          <a:xfrm>
            <a:off x="8951595" y="2117090"/>
            <a:ext cx="372110" cy="377190"/>
            <a:chOff x="7074" y="2702"/>
            <a:chExt cx="586" cy="594"/>
          </a:xfrm>
        </p:grpSpPr>
        <p:sp>
          <p:nvSpPr>
            <p:cNvPr id="28" name="椭圆 27"/>
            <p:cNvSpPr/>
            <p:nvPr/>
          </p:nvSpPr>
          <p:spPr>
            <a:xfrm>
              <a:off x="7074" y="2702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7146" y="2702"/>
                  <a:ext cx="495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" y="2702"/>
                  <a:ext cx="495" cy="48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/>
          <p:cNvGrpSpPr/>
          <p:nvPr/>
        </p:nvGrpSpPr>
        <p:grpSpPr>
          <a:xfrm>
            <a:off x="8420100" y="1533525"/>
            <a:ext cx="372110" cy="377190"/>
            <a:chOff x="5297" y="536"/>
            <a:chExt cx="586" cy="594"/>
          </a:xfrm>
        </p:grpSpPr>
        <p:sp>
          <p:nvSpPr>
            <p:cNvPr id="37" name="椭圆 36"/>
            <p:cNvSpPr/>
            <p:nvPr/>
          </p:nvSpPr>
          <p:spPr>
            <a:xfrm>
              <a:off x="5297" y="536"/>
              <a:ext cx="586" cy="59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kumimoji="1"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/>
                <p:cNvSpPr txBox="1"/>
                <p:nvPr/>
              </p:nvSpPr>
              <p:spPr>
                <a:xfrm>
                  <a:off x="5369" y="536"/>
                  <a:ext cx="478" cy="4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000" dirty="0"/>
                </a:p>
              </p:txBody>
            </p:sp>
          </mc:Choice>
          <mc:Fallback>
            <p:sp>
              <p:nvSpPr>
                <p:cNvPr id="38" name="文本框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9" y="536"/>
                  <a:ext cx="478" cy="48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9" name="直接连接符 38"/>
          <p:cNvCxnSpPr/>
          <p:nvPr/>
        </p:nvCxnSpPr>
        <p:spPr>
          <a:xfrm flipH="1">
            <a:off x="8191500" y="1856105"/>
            <a:ext cx="283210" cy="298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 flipV="1">
            <a:off x="8756650" y="1839595"/>
            <a:ext cx="26670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8257540" y="2306320"/>
            <a:ext cx="6940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RlNmU1YmFmMjE3YWQ4YWFhNmI1NmExMWY2MDljOT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WPS 演示</Application>
  <PresentationFormat>宽屏</PresentationFormat>
  <Paragraphs>108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Yuyang Xia</cp:lastModifiedBy>
  <cp:revision>48</cp:revision>
  <dcterms:created xsi:type="dcterms:W3CDTF">2023-08-09T12:44:00Z</dcterms:created>
  <dcterms:modified xsi:type="dcterms:W3CDTF">2024-06-20T10:52:05Z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2052-12.1.0.16929</vt:lpwstr>
  </property>
</Properties>
</file>