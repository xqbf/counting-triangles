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3"/>
    <p:sldId id="262" r:id="rId4"/>
    <p:sldId id="257" r:id="rId5"/>
    <p:sldId id="258" r:id="rId6"/>
    <p:sldId id="259" r:id="rId7"/>
    <p:sldId id="267" r:id="rId8"/>
    <p:sldId id="272" r:id="rId9"/>
    <p:sldId id="277" r:id="rId10"/>
    <p:sldId id="281" r:id="rId11"/>
    <p:sldId id="274" r:id="rId12"/>
    <p:sldId id="273" r:id="rId13"/>
    <p:sldId id="260" r:id="rId14"/>
  </p:sldIdLst>
  <p:sldSz cx="12192000" cy="6858000"/>
  <p:notesSz cx="7102475" cy="10233025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 autoAdjust="0"/>
    <p:restoredTop sz="94660"/>
  </p:normalViewPr>
  <p:slideViewPr>
    <p:cSldViewPr snapToGrid="0">
      <p:cViewPr>
        <p:scale>
          <a:sx n="300" d="100"/>
          <a:sy n="300" d="100"/>
        </p:scale>
        <p:origin x="-1616" y="-5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330" y="1279128"/>
            <a:ext cx="6139815" cy="345364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50D-784E-4477-8D04-4907783E03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ED2F-ADF6-4206-BB96-40E241E4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50D-784E-4477-8D04-4907783E03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ED2F-ADF6-4206-BB96-40E241E4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50D-784E-4477-8D04-4907783E03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ED2F-ADF6-4206-BB96-40E241E4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50D-784E-4477-8D04-4907783E03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ED2F-ADF6-4206-BB96-40E241E4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50D-784E-4477-8D04-4907783E03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ED2F-ADF6-4206-BB96-40E241E4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50D-784E-4477-8D04-4907783E03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ED2F-ADF6-4206-BB96-40E241E4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50D-784E-4477-8D04-4907783E03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ED2F-ADF6-4206-BB96-40E241E4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50D-784E-4477-8D04-4907783E03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ED2F-ADF6-4206-BB96-40E241E4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50D-784E-4477-8D04-4907783E03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ED2F-ADF6-4206-BB96-40E241E4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50D-784E-4477-8D04-4907783E03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ED2F-ADF6-4206-BB96-40E241E4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50D-784E-4477-8D04-4907783E03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ED2F-ADF6-4206-BB96-40E241E4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AD50D-784E-4477-8D04-4907783E03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ED2F-ADF6-4206-BB96-40E241E4EC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/>
          <p:cNvCxnSpPr/>
          <p:nvPr/>
        </p:nvCxnSpPr>
        <p:spPr>
          <a:xfrm>
            <a:off x="2031996" y="5759666"/>
            <a:ext cx="5487135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031996" y="719666"/>
          <a:ext cx="5040180" cy="50402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90"/>
                <a:gridCol w="720000"/>
                <a:gridCol w="720000"/>
                <a:gridCol w="720000"/>
                <a:gridCol w="719455"/>
                <a:gridCol w="720545"/>
                <a:gridCol w="720090"/>
              </a:tblGrid>
              <a:tr h="72009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9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9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2599592" y="5705852"/>
            <a:ext cx="1042380" cy="369332"/>
            <a:chOff x="2599592" y="5705852"/>
            <a:chExt cx="1042380" cy="369332"/>
          </a:xfrm>
        </p:grpSpPr>
        <p:sp>
          <p:nvSpPr>
            <p:cNvPr id="9" name="文本框 8"/>
            <p:cNvSpPr txBox="1"/>
            <p:nvPr/>
          </p:nvSpPr>
          <p:spPr>
            <a:xfrm>
              <a:off x="2599592" y="5705852"/>
              <a:ext cx="316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325449" y="5705852"/>
              <a:ext cx="316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051306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6188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491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9832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343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95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(0,1,1):1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椭圆 30"/>
          <p:cNvSpPr>
            <a:spLocks noChangeAspect="1"/>
          </p:cNvSpPr>
          <p:nvPr/>
        </p:nvSpPr>
        <p:spPr>
          <a:xfrm>
            <a:off x="415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67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(0,2,2):2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487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439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(0,3,3):1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/>
          <p:cNvSpPr>
            <a:spLocks noChangeAspect="1"/>
          </p:cNvSpPr>
          <p:nvPr/>
        </p:nvSpPr>
        <p:spPr>
          <a:xfrm>
            <a:off x="631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83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(0,5,5):3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32672" y="4863354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732672" y="4151708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32672" y="3426553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4157217" y="428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3678307" y="439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(1,2,1):1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/>
          <p:cNvSpPr>
            <a:spLocks noChangeAspect="1"/>
          </p:cNvSpPr>
          <p:nvPr/>
        </p:nvSpPr>
        <p:spPr>
          <a:xfrm>
            <a:off x="4878000" y="4280524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4399200" y="4391786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(1,3,2):2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椭圆 54"/>
          <p:cNvSpPr>
            <a:spLocks noChangeAspect="1"/>
          </p:cNvSpPr>
          <p:nvPr/>
        </p:nvSpPr>
        <p:spPr>
          <a:xfrm>
            <a:off x="6318000" y="3559866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5839200" y="367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(2,5,3):1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rot="16200000">
            <a:off x="782447" y="4499664"/>
            <a:ext cx="25200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>
            <a:stCxn id="9" idx="0"/>
          </p:cNvCxnSpPr>
          <p:nvPr/>
        </p:nvCxnSpPr>
        <p:spPr>
          <a:xfrm flipH="1" flipV="1">
            <a:off x="275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 flipV="1">
            <a:off x="347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419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491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563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 flipV="1">
            <a:off x="635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2041985" y="504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2041200" y="432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2041200" y="360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7519035" y="5676265"/>
            <a:ext cx="302895" cy="398780"/>
            <a:chOff x="15138" y="5244"/>
            <a:chExt cx="477" cy="628"/>
          </a:xfrm>
        </p:grpSpPr>
        <p:sp>
          <p:nvSpPr>
            <p:cNvPr id="36" name="文本框 35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739265" y="2867660"/>
            <a:ext cx="302895" cy="398780"/>
            <a:chOff x="15138" y="5244"/>
            <a:chExt cx="477" cy="628"/>
          </a:xfrm>
        </p:grpSpPr>
        <p:sp>
          <p:nvSpPr>
            <p:cNvPr id="44" name="文本框 43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/>
          <p:cNvCxnSpPr/>
          <p:nvPr/>
        </p:nvCxnSpPr>
        <p:spPr>
          <a:xfrm>
            <a:off x="2031996" y="5759666"/>
            <a:ext cx="5487135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031996" y="719666"/>
          <a:ext cx="5040180" cy="50402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90"/>
                <a:gridCol w="720000"/>
                <a:gridCol w="720000"/>
                <a:gridCol w="720000"/>
                <a:gridCol w="719455"/>
                <a:gridCol w="720545"/>
                <a:gridCol w="720090"/>
              </a:tblGrid>
              <a:tr h="72009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9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9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2599592" y="5705852"/>
            <a:ext cx="1042380" cy="369332"/>
            <a:chOff x="2599592" y="5705852"/>
            <a:chExt cx="1042380" cy="369332"/>
          </a:xfrm>
        </p:grpSpPr>
        <p:sp>
          <p:nvSpPr>
            <p:cNvPr id="9" name="文本框 8"/>
            <p:cNvSpPr txBox="1"/>
            <p:nvPr/>
          </p:nvSpPr>
          <p:spPr>
            <a:xfrm>
              <a:off x="2599592" y="5705852"/>
              <a:ext cx="316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325449" y="5705852"/>
              <a:ext cx="316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051306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6188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491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9832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343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95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(0,1,1):1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4878000" y="5000400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4399200" y="5112000"/>
            <a:ext cx="1064503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(0,3,2):-1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/>
          <p:cNvSpPr>
            <a:spLocks noChangeAspect="1"/>
          </p:cNvSpPr>
          <p:nvPr/>
        </p:nvSpPr>
        <p:spPr>
          <a:xfrm>
            <a:off x="6318000" y="4280400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839200" y="4392000"/>
            <a:ext cx="1064503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(1,5,3):-1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32672" y="4863354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732672" y="4151708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32672" y="3426553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4157217" y="428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3678307" y="439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(1,2,1):1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/>
          <p:cNvSpPr>
            <a:spLocks noChangeAspect="1"/>
          </p:cNvSpPr>
          <p:nvPr/>
        </p:nvSpPr>
        <p:spPr>
          <a:xfrm>
            <a:off x="4878000" y="4280524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4399200" y="4391786"/>
            <a:ext cx="1064503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(1,3,2):1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椭圆 54"/>
          <p:cNvSpPr>
            <a:spLocks noChangeAspect="1"/>
          </p:cNvSpPr>
          <p:nvPr/>
        </p:nvSpPr>
        <p:spPr>
          <a:xfrm>
            <a:off x="6318000" y="3559866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5839200" y="367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(2,5,3):1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rot="16200000">
            <a:off x="782447" y="4499664"/>
            <a:ext cx="25200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>
            <a:stCxn id="9" idx="0"/>
          </p:cNvCxnSpPr>
          <p:nvPr/>
        </p:nvCxnSpPr>
        <p:spPr>
          <a:xfrm flipH="1" flipV="1">
            <a:off x="275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 flipV="1">
            <a:off x="347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419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491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563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 flipV="1">
            <a:off x="635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2041985" y="504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2041200" y="432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2041200" y="360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7519035" y="5676265"/>
            <a:ext cx="302895" cy="398780"/>
            <a:chOff x="15138" y="5244"/>
            <a:chExt cx="477" cy="628"/>
          </a:xfrm>
        </p:grpSpPr>
        <p:sp>
          <p:nvSpPr>
            <p:cNvPr id="36" name="文本框 35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739265" y="2867660"/>
            <a:ext cx="302895" cy="398780"/>
            <a:chOff x="15138" y="5244"/>
            <a:chExt cx="477" cy="628"/>
          </a:xfrm>
        </p:grpSpPr>
        <p:sp>
          <p:nvSpPr>
            <p:cNvPr id="44" name="文本框 43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/>
          <p:cNvCxnSpPr/>
          <p:nvPr/>
        </p:nvCxnSpPr>
        <p:spPr>
          <a:xfrm>
            <a:off x="2031996" y="5759666"/>
            <a:ext cx="5487135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2599592" y="5705852"/>
            <a:ext cx="1042380" cy="369332"/>
            <a:chOff x="2599592" y="5705852"/>
            <a:chExt cx="1042380" cy="369332"/>
          </a:xfrm>
        </p:grpSpPr>
        <p:sp>
          <p:nvSpPr>
            <p:cNvPr id="9" name="文本框 8"/>
            <p:cNvSpPr txBox="1"/>
            <p:nvPr/>
          </p:nvSpPr>
          <p:spPr>
            <a:xfrm>
              <a:off x="2599592" y="5705852"/>
              <a:ext cx="316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325449" y="5705852"/>
              <a:ext cx="316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051306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6188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491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9832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343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95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(0,1,1):1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椭圆 30"/>
          <p:cNvSpPr>
            <a:spLocks noChangeAspect="1"/>
          </p:cNvSpPr>
          <p:nvPr/>
        </p:nvSpPr>
        <p:spPr>
          <a:xfrm>
            <a:off x="415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67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(0,2,2):2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487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439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(0,3,3):1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/>
          <p:cNvSpPr>
            <a:spLocks noChangeAspect="1"/>
          </p:cNvSpPr>
          <p:nvPr/>
        </p:nvSpPr>
        <p:spPr>
          <a:xfrm>
            <a:off x="631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83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(0,5,5):3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32672" y="4863354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732672" y="4151708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32672" y="3426553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4157217" y="428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3678307" y="439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(1,2,1):1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/>
          <p:cNvSpPr>
            <a:spLocks noChangeAspect="1"/>
          </p:cNvSpPr>
          <p:nvPr/>
        </p:nvSpPr>
        <p:spPr>
          <a:xfrm>
            <a:off x="4878000" y="4280524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4399200" y="4391786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(1,3,2):2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椭圆 54"/>
          <p:cNvSpPr>
            <a:spLocks noChangeAspect="1"/>
          </p:cNvSpPr>
          <p:nvPr/>
        </p:nvSpPr>
        <p:spPr>
          <a:xfrm>
            <a:off x="6318000" y="3559866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5839200" y="367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(2,5,3):1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rot="16200000">
            <a:off x="782447" y="4499664"/>
            <a:ext cx="25200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stCxn id="9" idx="0"/>
          </p:cNvCxnSpPr>
          <p:nvPr/>
        </p:nvCxnSpPr>
        <p:spPr>
          <a:xfrm flipH="1" flipV="1">
            <a:off x="275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347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 flipV="1">
            <a:off x="419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491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563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 flipV="1">
            <a:off x="635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2041985" y="504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2041200" y="432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2041200" y="360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7519035" y="5676265"/>
            <a:ext cx="302895" cy="398780"/>
            <a:chOff x="15138" y="5244"/>
            <a:chExt cx="477" cy="628"/>
          </a:xfrm>
        </p:grpSpPr>
        <p:sp>
          <p:nvSpPr>
            <p:cNvPr id="36" name="文本框 35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739265" y="2867660"/>
            <a:ext cx="302895" cy="398780"/>
            <a:chOff x="15138" y="5244"/>
            <a:chExt cx="477" cy="628"/>
          </a:xfrm>
        </p:grpSpPr>
        <p:sp>
          <p:nvSpPr>
            <p:cNvPr id="44" name="文本框 43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>
            <a:off x="5634000" y="3240000"/>
            <a:ext cx="0" cy="180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037600" y="5040000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椭圆 25"/>
          <p:cNvSpPr>
            <a:spLocks noChangeAspect="1"/>
          </p:cNvSpPr>
          <p:nvPr/>
        </p:nvSpPr>
        <p:spPr>
          <a:xfrm>
            <a:off x="5598000" y="5000400"/>
            <a:ext cx="72000" cy="72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119200" y="5113270"/>
            <a:ext cx="1064503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(0,4,2)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4194000" y="3600000"/>
            <a:ext cx="1440000" cy="14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9" name="组合 58"/>
          <p:cNvGrpSpPr/>
          <p:nvPr/>
        </p:nvGrpSpPr>
        <p:grpSpPr>
          <a:xfrm>
            <a:off x="2041200" y="5040000"/>
            <a:ext cx="694690" cy="398780"/>
            <a:chOff x="3299" y="8050"/>
            <a:chExt cx="1094" cy="628"/>
          </a:xfrm>
        </p:grpSpPr>
        <p:grpSp>
          <p:nvGrpSpPr>
            <p:cNvPr id="40" name="组合 39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5637840" y="2963550"/>
            <a:ext cx="694690" cy="398780"/>
            <a:chOff x="3299" y="8050"/>
            <a:chExt cx="1094" cy="628"/>
          </a:xfrm>
        </p:grpSpPr>
        <p:grpSp>
          <p:nvGrpSpPr>
            <p:cNvPr id="61" name="组合 60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62" name="文本框 61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4" name="文本框 63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4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4572310" y="3761745"/>
            <a:ext cx="695325" cy="368300"/>
            <a:chOff x="3298" y="8064"/>
            <a:chExt cx="1095" cy="580"/>
          </a:xfrm>
        </p:grpSpPr>
        <p:sp>
          <p:nvSpPr>
            <p:cNvPr id="67" name="文本框 66"/>
            <p:cNvSpPr txBox="1"/>
            <p:nvPr/>
          </p:nvSpPr>
          <p:spPr>
            <a:xfrm>
              <a:off x="3298" y="8064"/>
              <a:ext cx="384" cy="57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  </a:t>
              </a:r>
              <a:endParaRPr lang="en-US" altLang="zh-CN" sz="20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3537" y="8064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2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2042795" y="3599180"/>
            <a:ext cx="2156460" cy="1440000"/>
          </a:xfrm>
          <a:prstGeom prst="rect">
            <a:avLst/>
          </a:prstGeom>
          <a:pattFill prst="wd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2031996" y="5759666"/>
            <a:ext cx="5487135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2599592" y="5705852"/>
            <a:ext cx="1042380" cy="369332"/>
            <a:chOff x="2599592" y="5705852"/>
            <a:chExt cx="1042380" cy="369332"/>
          </a:xfrm>
        </p:grpSpPr>
        <p:sp>
          <p:nvSpPr>
            <p:cNvPr id="9" name="文本框 8"/>
            <p:cNvSpPr txBox="1"/>
            <p:nvPr/>
          </p:nvSpPr>
          <p:spPr>
            <a:xfrm>
              <a:off x="2599592" y="5705852"/>
              <a:ext cx="316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325449" y="5705852"/>
              <a:ext cx="316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051306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6188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491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9832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343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95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(0,1,1):1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椭圆 30"/>
          <p:cNvSpPr>
            <a:spLocks noChangeAspect="1"/>
          </p:cNvSpPr>
          <p:nvPr/>
        </p:nvSpPr>
        <p:spPr>
          <a:xfrm>
            <a:off x="415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67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(0,2,2):2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487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439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(0,3,3):1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/>
          <p:cNvSpPr>
            <a:spLocks noChangeAspect="1"/>
          </p:cNvSpPr>
          <p:nvPr/>
        </p:nvSpPr>
        <p:spPr>
          <a:xfrm>
            <a:off x="631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83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(0,5,5):3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32672" y="4863354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732672" y="4151708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32672" y="3426553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4157217" y="428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3678307" y="439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(1,2,1):1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/>
          <p:cNvSpPr>
            <a:spLocks noChangeAspect="1"/>
          </p:cNvSpPr>
          <p:nvPr/>
        </p:nvSpPr>
        <p:spPr>
          <a:xfrm>
            <a:off x="4878000" y="4280524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4399200" y="4391786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(1,3,2):2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椭圆 54"/>
          <p:cNvSpPr>
            <a:spLocks noChangeAspect="1"/>
          </p:cNvSpPr>
          <p:nvPr/>
        </p:nvSpPr>
        <p:spPr>
          <a:xfrm>
            <a:off x="6318000" y="3559866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5839200" y="367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(2,5,3):1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rot="16200000">
            <a:off x="782447" y="4499664"/>
            <a:ext cx="25200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stCxn id="9" idx="0"/>
          </p:cNvCxnSpPr>
          <p:nvPr/>
        </p:nvCxnSpPr>
        <p:spPr>
          <a:xfrm flipH="1" flipV="1">
            <a:off x="275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347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 flipV="1">
            <a:off x="419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491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563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 flipV="1">
            <a:off x="635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2041985" y="504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2041200" y="432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2041200" y="360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7519035" y="5676265"/>
            <a:ext cx="302895" cy="398780"/>
            <a:chOff x="15138" y="5244"/>
            <a:chExt cx="477" cy="628"/>
          </a:xfrm>
        </p:grpSpPr>
        <p:sp>
          <p:nvSpPr>
            <p:cNvPr id="36" name="文本框 35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739265" y="2867660"/>
            <a:ext cx="302895" cy="398780"/>
            <a:chOff x="15138" y="5244"/>
            <a:chExt cx="477" cy="628"/>
          </a:xfrm>
        </p:grpSpPr>
        <p:sp>
          <p:nvSpPr>
            <p:cNvPr id="44" name="文本框 43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>
            <a:off x="5634000" y="3240000"/>
            <a:ext cx="0" cy="180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037600" y="5040000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椭圆 25"/>
          <p:cNvSpPr>
            <a:spLocks noChangeAspect="1"/>
          </p:cNvSpPr>
          <p:nvPr/>
        </p:nvSpPr>
        <p:spPr>
          <a:xfrm>
            <a:off x="5598000" y="5000400"/>
            <a:ext cx="72000" cy="72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119200" y="5113270"/>
            <a:ext cx="1064503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(0,4,2)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4194000" y="3600000"/>
            <a:ext cx="1440000" cy="14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9" name="组合 58"/>
          <p:cNvGrpSpPr/>
          <p:nvPr/>
        </p:nvGrpSpPr>
        <p:grpSpPr>
          <a:xfrm>
            <a:off x="2041200" y="5040000"/>
            <a:ext cx="694690" cy="398780"/>
            <a:chOff x="3299" y="8050"/>
            <a:chExt cx="1094" cy="628"/>
          </a:xfrm>
        </p:grpSpPr>
        <p:grpSp>
          <p:nvGrpSpPr>
            <p:cNvPr id="40" name="组合 39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5637840" y="2963550"/>
            <a:ext cx="694690" cy="398780"/>
            <a:chOff x="3299" y="8050"/>
            <a:chExt cx="1094" cy="628"/>
          </a:xfrm>
        </p:grpSpPr>
        <p:grpSp>
          <p:nvGrpSpPr>
            <p:cNvPr id="61" name="组合 60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62" name="文本框 61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4" name="文本框 63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4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4572310" y="3761745"/>
            <a:ext cx="695325" cy="368300"/>
            <a:chOff x="3298" y="8064"/>
            <a:chExt cx="1095" cy="580"/>
          </a:xfrm>
        </p:grpSpPr>
        <p:sp>
          <p:nvSpPr>
            <p:cNvPr id="67" name="文本框 66"/>
            <p:cNvSpPr txBox="1"/>
            <p:nvPr/>
          </p:nvSpPr>
          <p:spPr>
            <a:xfrm>
              <a:off x="3298" y="8064"/>
              <a:ext cx="384" cy="57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  </a:t>
              </a:r>
              <a:endParaRPr lang="en-US" altLang="zh-CN" sz="20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3537" y="8064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2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10125710" y="5518785"/>
            <a:ext cx="1475105" cy="288290"/>
            <a:chOff x="15946" y="8691"/>
            <a:chExt cx="2323" cy="454"/>
          </a:xfrm>
        </p:grpSpPr>
        <p:sp>
          <p:nvSpPr>
            <p:cNvPr id="24" name="矩形 23"/>
            <p:cNvSpPr/>
            <p:nvPr/>
          </p:nvSpPr>
          <p:spPr>
            <a:xfrm>
              <a:off x="15946" y="8691"/>
              <a:ext cx="379" cy="379"/>
            </a:xfrm>
            <a:prstGeom prst="rect">
              <a:avLst/>
            </a:prstGeom>
            <a:pattFill prst="wdDnDiag">
              <a:fgClr>
                <a:schemeClr val="accent3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39" name="对象 38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6455" y="8691"/>
            <a:ext cx="1815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" name="" r:id="rId1" imgW="812800" imgH="203200" progId="Equation.KSEE3">
                    <p:embed/>
                  </p:oleObj>
                </mc:Choice>
                <mc:Fallback>
                  <p:oleObj name="" r:id="rId1" imgW="812800" imgH="2032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455" y="8691"/>
                          <a:ext cx="1815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直角三角形 23"/>
          <p:cNvSpPr/>
          <p:nvPr/>
        </p:nvSpPr>
        <p:spPr>
          <a:xfrm rot="5400000">
            <a:off x="3474000" y="4320000"/>
            <a:ext cx="1440000" cy="1440000"/>
          </a:xfrm>
          <a:prstGeom prst="rtTriangle">
            <a:avLst/>
          </a:prstGeom>
          <a:pattFill prst="solidDmnd">
            <a:fgClr>
              <a:schemeClr val="bg1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049145" y="4320000"/>
            <a:ext cx="1440000" cy="1440180"/>
          </a:xfrm>
          <a:prstGeom prst="rect">
            <a:avLst/>
          </a:prstGeom>
          <a:pattFill prst="wd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2031996" y="5759666"/>
            <a:ext cx="5487135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2599592" y="5705852"/>
            <a:ext cx="1042380" cy="368300"/>
            <a:chOff x="2599592" y="5705852"/>
            <a:chExt cx="1042380" cy="368300"/>
          </a:xfrm>
        </p:grpSpPr>
        <p:sp>
          <p:nvSpPr>
            <p:cNvPr id="9" name="文本框 8"/>
            <p:cNvSpPr txBox="1"/>
            <p:nvPr/>
          </p:nvSpPr>
          <p:spPr>
            <a:xfrm>
              <a:off x="2599592" y="5705852"/>
              <a:ext cx="31652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325449" y="5705852"/>
              <a:ext cx="31652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051306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61889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4919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98329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3437890" y="5720715"/>
            <a:ext cx="77470" cy="774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942055" y="528399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(0,2):2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椭圆 30"/>
          <p:cNvSpPr>
            <a:spLocks noChangeAspect="1"/>
          </p:cNvSpPr>
          <p:nvPr/>
        </p:nvSpPr>
        <p:spPr>
          <a:xfrm>
            <a:off x="4158000" y="572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678565" y="528408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(0,3):1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2718000" y="5720715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2239200" y="528408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/>
          <p:cNvSpPr>
            <a:spLocks noChangeAspect="1"/>
          </p:cNvSpPr>
          <p:nvPr/>
        </p:nvSpPr>
        <p:spPr>
          <a:xfrm>
            <a:off x="5598000" y="428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119200" y="5284800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(0,5):3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32672" y="4863354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732672" y="4151708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32672" y="3426553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3438000" y="500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2959200" y="4564800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/>
          <p:cNvSpPr>
            <a:spLocks noChangeAspect="1"/>
          </p:cNvSpPr>
          <p:nvPr/>
        </p:nvSpPr>
        <p:spPr>
          <a:xfrm>
            <a:off x="4158000" y="5000625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3679200" y="4564800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(1,3):2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椭圆 54"/>
          <p:cNvSpPr>
            <a:spLocks noChangeAspect="1"/>
          </p:cNvSpPr>
          <p:nvPr/>
        </p:nvSpPr>
        <p:spPr>
          <a:xfrm>
            <a:off x="5598000" y="572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5119200" y="3844800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(2,5):1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rot="16200000">
            <a:off x="782447" y="4499664"/>
            <a:ext cx="25200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stCxn id="9" idx="0"/>
          </p:cNvCxnSpPr>
          <p:nvPr/>
        </p:nvCxnSpPr>
        <p:spPr>
          <a:xfrm flipH="1" flipV="1">
            <a:off x="2757810" y="560374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347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 flipV="1">
            <a:off x="419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491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563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 flipV="1">
            <a:off x="635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2041985" y="504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2041200" y="432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2041200" y="360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7519035" y="5676265"/>
            <a:ext cx="302895" cy="398780"/>
            <a:chOff x="15138" y="5244"/>
            <a:chExt cx="477" cy="628"/>
          </a:xfrm>
        </p:grpSpPr>
        <p:sp>
          <p:nvSpPr>
            <p:cNvPr id="36" name="文本框 35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739265" y="2867660"/>
            <a:ext cx="302895" cy="398780"/>
            <a:chOff x="15138" y="5244"/>
            <a:chExt cx="477" cy="628"/>
          </a:xfrm>
        </p:grpSpPr>
        <p:sp>
          <p:nvSpPr>
            <p:cNvPr id="44" name="文本框 43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 flipH="1">
            <a:off x="4910400" y="3240000"/>
            <a:ext cx="0" cy="25200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032310" y="5754375"/>
            <a:ext cx="3600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3474000" y="3600000"/>
            <a:ext cx="2160000" cy="2160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9" name="组合 58"/>
          <p:cNvGrpSpPr/>
          <p:nvPr/>
        </p:nvGrpSpPr>
        <p:grpSpPr>
          <a:xfrm>
            <a:off x="1448110" y="5349245"/>
            <a:ext cx="694690" cy="398780"/>
            <a:chOff x="3299" y="8050"/>
            <a:chExt cx="1094" cy="628"/>
          </a:xfrm>
        </p:grpSpPr>
        <p:grpSp>
          <p:nvGrpSpPr>
            <p:cNvPr id="40" name="组合 39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917600" y="2963550"/>
            <a:ext cx="694690" cy="398780"/>
            <a:chOff x="3299" y="8050"/>
            <a:chExt cx="1094" cy="628"/>
          </a:xfrm>
        </p:grpSpPr>
        <p:grpSp>
          <p:nvGrpSpPr>
            <p:cNvPr id="61" name="组合 60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62" name="文本框 61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4" name="文本框 63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4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2477135" y="2496140"/>
            <a:ext cx="1494155" cy="324485"/>
            <a:chOff x="15946" y="8663"/>
            <a:chExt cx="2353" cy="511"/>
          </a:xfrm>
        </p:grpSpPr>
        <p:sp>
          <p:nvSpPr>
            <p:cNvPr id="28" name="矩形 27"/>
            <p:cNvSpPr/>
            <p:nvPr/>
          </p:nvSpPr>
          <p:spPr>
            <a:xfrm>
              <a:off x="15946" y="8691"/>
              <a:ext cx="379" cy="379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39" name="对象 38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6427" y="8663"/>
            <a:ext cx="1872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" name="" r:id="rId1" imgW="838200" imgH="228600" progId="Equation.KSEE3">
                    <p:embed/>
                  </p:oleObj>
                </mc:Choice>
                <mc:Fallback>
                  <p:oleObj name="" r:id="rId1" imgW="8382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427" y="8663"/>
                          <a:ext cx="1872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" name="组合 70"/>
          <p:cNvGrpSpPr/>
          <p:nvPr/>
        </p:nvGrpSpPr>
        <p:grpSpPr>
          <a:xfrm>
            <a:off x="4306570" y="2478405"/>
            <a:ext cx="1782445" cy="324485"/>
            <a:chOff x="15946" y="8663"/>
            <a:chExt cx="2807" cy="511"/>
          </a:xfrm>
        </p:grpSpPr>
        <p:sp>
          <p:nvSpPr>
            <p:cNvPr id="72" name="矩形 71"/>
            <p:cNvSpPr/>
            <p:nvPr/>
          </p:nvSpPr>
          <p:spPr>
            <a:xfrm>
              <a:off x="15946" y="8691"/>
              <a:ext cx="379" cy="379"/>
            </a:xfrm>
            <a:prstGeom prst="rect">
              <a:avLst/>
            </a:prstGeom>
            <a:pattFill prst="solidDmnd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73" name="对象 72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6455" y="8663"/>
            <a:ext cx="2298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" name="" r:id="rId3" imgW="1028700" imgH="228600" progId="Equation.KSEE3">
                    <p:embed/>
                  </p:oleObj>
                </mc:Choice>
                <mc:Fallback>
                  <p:oleObj name="" r:id="rId3" imgW="10287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455" y="8663"/>
                          <a:ext cx="2298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1755775" y="5706745"/>
            <a:ext cx="3441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5633720" y="3350260"/>
            <a:ext cx="1304290" cy="410845"/>
            <a:chOff x="8872" y="5276"/>
            <a:chExt cx="2054" cy="647"/>
          </a:xfrm>
        </p:grpSpPr>
        <p:grpSp>
          <p:nvGrpSpPr>
            <p:cNvPr id="26" name="组合 25"/>
            <p:cNvGrpSpPr/>
            <p:nvPr/>
          </p:nvGrpSpPr>
          <p:grpSpPr>
            <a:xfrm>
              <a:off x="8872" y="5276"/>
              <a:ext cx="2054" cy="628"/>
              <a:chOff x="3299" y="8050"/>
              <a:chExt cx="2054" cy="628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3299" y="8050"/>
                <a:ext cx="477" cy="628"/>
                <a:chOff x="15138" y="5244"/>
                <a:chExt cx="477" cy="697"/>
              </a:xfrm>
            </p:grpSpPr>
            <p:sp>
              <p:nvSpPr>
                <p:cNvPr id="30" name="文本框 29"/>
                <p:cNvSpPr txBox="1"/>
                <p:nvPr/>
              </p:nvSpPr>
              <p:spPr>
                <a:xfrm>
                  <a:off x="15138" y="5244"/>
                  <a:ext cx="384" cy="6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2000" i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  </a:t>
                  </a:r>
                  <a:endPara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文本框 65"/>
                <p:cNvSpPr txBox="1"/>
                <p:nvPr/>
              </p:nvSpPr>
              <p:spPr>
                <a:xfrm>
                  <a:off x="15231" y="5438"/>
                  <a:ext cx="384" cy="4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i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5" name="文本框 74"/>
              <p:cNvSpPr txBox="1"/>
              <p:nvPr/>
            </p:nvSpPr>
            <p:spPr>
              <a:xfrm>
                <a:off x="3537" y="8098"/>
                <a:ext cx="181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    = 2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9467" y="5295"/>
              <a:ext cx="477" cy="628"/>
              <a:chOff x="15138" y="5244"/>
              <a:chExt cx="477" cy="628"/>
            </a:xfrm>
          </p:grpSpPr>
          <p:sp>
            <p:nvSpPr>
              <p:cNvPr id="78" name="文本框 77"/>
              <p:cNvSpPr txBox="1"/>
              <p:nvPr/>
            </p:nvSpPr>
            <p:spPr>
              <a:xfrm>
                <a:off x="15138" y="5244"/>
                <a:ext cx="384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0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15231" y="5438"/>
                <a:ext cx="384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2042795" y="3599180"/>
            <a:ext cx="3590290" cy="1440180"/>
          </a:xfrm>
          <a:prstGeom prst="rect">
            <a:avLst/>
          </a:prstGeom>
          <a:pattFill prst="wd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2031996" y="5759666"/>
            <a:ext cx="5487135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031996" y="719666"/>
          <a:ext cx="5040180" cy="5040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90"/>
                <a:gridCol w="720000"/>
                <a:gridCol w="720000"/>
                <a:gridCol w="720000"/>
                <a:gridCol w="719455"/>
                <a:gridCol w="720545"/>
                <a:gridCol w="720090"/>
              </a:tblGrid>
              <a:tr h="72009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9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9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9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2599592" y="5705852"/>
            <a:ext cx="1042380" cy="369332"/>
            <a:chOff x="2599592" y="5705852"/>
            <a:chExt cx="1042380" cy="369332"/>
          </a:xfrm>
        </p:grpSpPr>
        <p:sp>
          <p:nvSpPr>
            <p:cNvPr id="9" name="文本框 8"/>
            <p:cNvSpPr txBox="1"/>
            <p:nvPr/>
          </p:nvSpPr>
          <p:spPr>
            <a:xfrm>
              <a:off x="2599592" y="5705852"/>
              <a:ext cx="316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325449" y="5705852"/>
              <a:ext cx="316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051306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6188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491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98329" y="5705852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3438000" y="500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959200" y="511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(0,1,1):1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4878000" y="5000400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399200" y="5112000"/>
            <a:ext cx="1064503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(0,3,2):-1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/>
          <p:cNvSpPr>
            <a:spLocks noChangeAspect="1"/>
          </p:cNvSpPr>
          <p:nvPr/>
        </p:nvSpPr>
        <p:spPr>
          <a:xfrm>
            <a:off x="6318000" y="4280400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839200" y="4392000"/>
            <a:ext cx="1064503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(1,5,3):-1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32672" y="4863354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732672" y="4151708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32672" y="3426553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4157217" y="428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3678307" y="439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(1,2,1):1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/>
          <p:cNvSpPr>
            <a:spLocks noChangeAspect="1"/>
          </p:cNvSpPr>
          <p:nvPr/>
        </p:nvSpPr>
        <p:spPr>
          <a:xfrm>
            <a:off x="4878000" y="4280524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4399200" y="4391786"/>
            <a:ext cx="1064503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(1,3,2):1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椭圆 54"/>
          <p:cNvSpPr>
            <a:spLocks noChangeAspect="1"/>
          </p:cNvSpPr>
          <p:nvPr/>
        </p:nvSpPr>
        <p:spPr>
          <a:xfrm>
            <a:off x="6318000" y="3559866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5839200" y="3672000"/>
            <a:ext cx="106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(2,5,3):1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rot="16200000">
            <a:off x="782447" y="4499664"/>
            <a:ext cx="25200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>
            <a:stCxn id="9" idx="0"/>
          </p:cNvCxnSpPr>
          <p:nvPr/>
        </p:nvCxnSpPr>
        <p:spPr>
          <a:xfrm flipH="1" flipV="1">
            <a:off x="275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 flipV="1">
            <a:off x="347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419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491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563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 flipV="1">
            <a:off x="635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2041985" y="504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2041200" y="432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2041200" y="360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7519035" y="5676265"/>
            <a:ext cx="302895" cy="398780"/>
            <a:chOff x="15138" y="5244"/>
            <a:chExt cx="477" cy="628"/>
          </a:xfrm>
        </p:grpSpPr>
        <p:sp>
          <p:nvSpPr>
            <p:cNvPr id="36" name="文本框 35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739265" y="2867660"/>
            <a:ext cx="302895" cy="398780"/>
            <a:chOff x="15138" y="5244"/>
            <a:chExt cx="477" cy="628"/>
          </a:xfrm>
        </p:grpSpPr>
        <p:sp>
          <p:nvSpPr>
            <p:cNvPr id="44" name="文本框 43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>
            <a:off x="5634000" y="3240000"/>
            <a:ext cx="0" cy="1800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049030" y="5040000"/>
            <a:ext cx="3600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/>
        </p:nvGrpSpPr>
        <p:grpSpPr>
          <a:xfrm>
            <a:off x="5637840" y="2963550"/>
            <a:ext cx="694690" cy="398780"/>
            <a:chOff x="3299" y="8050"/>
            <a:chExt cx="1094" cy="628"/>
          </a:xfrm>
        </p:grpSpPr>
        <p:grpSp>
          <p:nvGrpSpPr>
            <p:cNvPr id="61" name="组合 60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62" name="文本框 61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4" name="文本框 63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4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2041200" y="5040000"/>
            <a:ext cx="694690" cy="398780"/>
            <a:chOff x="3299" y="8050"/>
            <a:chExt cx="1094" cy="628"/>
          </a:xfrm>
        </p:grpSpPr>
        <p:grpSp>
          <p:nvGrpSpPr>
            <p:cNvPr id="40" name="组合 39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4572310" y="3761745"/>
            <a:ext cx="695325" cy="368300"/>
            <a:chOff x="3298" y="8064"/>
            <a:chExt cx="1095" cy="580"/>
          </a:xfrm>
        </p:grpSpPr>
        <p:sp>
          <p:nvSpPr>
            <p:cNvPr id="67" name="文本框 66"/>
            <p:cNvSpPr txBox="1"/>
            <p:nvPr/>
          </p:nvSpPr>
          <p:spPr>
            <a:xfrm>
              <a:off x="3298" y="8064"/>
              <a:ext cx="384" cy="57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  </a:t>
              </a:r>
              <a:endParaRPr lang="en-US" altLang="zh-CN" sz="20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3537" y="8064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2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/>
          <p:cNvSpPr/>
          <p:nvPr/>
        </p:nvSpPr>
        <p:spPr>
          <a:xfrm>
            <a:off x="2713355" y="3595370"/>
            <a:ext cx="719455" cy="7200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 flipH="1">
            <a:off x="4154400" y="3240000"/>
            <a:ext cx="0" cy="252000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H="1">
            <a:off x="3434400" y="3240000"/>
            <a:ext cx="0" cy="252000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>
            <a:off x="2714400" y="3240000"/>
            <a:ext cx="0" cy="252000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2008800" y="3600000"/>
            <a:ext cx="2880000" cy="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2008800" y="5040000"/>
            <a:ext cx="2880000" cy="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2008800" y="4320000"/>
            <a:ext cx="2880000" cy="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直角三角形 23"/>
          <p:cNvSpPr/>
          <p:nvPr/>
        </p:nvSpPr>
        <p:spPr>
          <a:xfrm rot="16200000">
            <a:off x="2001520" y="3606800"/>
            <a:ext cx="720090" cy="706120"/>
          </a:xfrm>
          <a:prstGeom prst="rtTriangle">
            <a:avLst/>
          </a:prstGeom>
          <a:solidFill>
            <a:schemeClr val="bg1">
              <a:lumMod val="50000"/>
              <a:alpha val="70000"/>
            </a:schemeClr>
          </a:solidFill>
          <a:ln w="12700" cmpd="sng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009140" y="4319905"/>
            <a:ext cx="1439545" cy="1440180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1991991" y="5759666"/>
            <a:ext cx="26064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297600" y="5706110"/>
            <a:ext cx="3162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017600" y="5705852"/>
            <a:ext cx="316523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1957995" y="4280400"/>
            <a:ext cx="77470" cy="7747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>
            <a:spLocks noChangeAspect="1"/>
          </p:cNvSpPr>
          <p:nvPr/>
        </p:nvSpPr>
        <p:spPr>
          <a:xfrm>
            <a:off x="1957995" y="356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820545" y="3599815"/>
            <a:ext cx="8972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Cambria Math" panose="02040503050406030204" charset="0"/>
              </a:rPr>
              <a:t>&lt;</a:t>
            </a:r>
            <a:r>
              <a:rPr lang="en-US" altLang="zh-CN" sz="1400" dirty="0">
                <a:latin typeface="Cambria Math" panose="02040503050406030204" charset="0"/>
                <a:cs typeface="Cambria Math" panose="02040503050406030204" charset="0"/>
              </a:rPr>
              <a:t>(0,3),1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Cambria Math" panose="02040503050406030204" charset="0"/>
              </a:rPr>
              <a:t>&gt;</a:t>
            </a:r>
            <a:endParaRPr lang="en-US" altLang="zh-CN" sz="1400" b="1" dirty="0">
              <a:latin typeface="宋体" panose="02010600030101010101" pitchFamily="2" charset="-122"/>
              <a:ea typeface="宋体" panose="02010600030101010101" pitchFamily="2" charset="-122"/>
              <a:cs typeface="Cambria Math" panose="0204050305040603020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92000" y="4194000"/>
            <a:ext cx="316523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ambria Math" panose="02040503050406030204" charset="0"/>
                <a:cs typeface="Cambria Math" panose="02040503050406030204" charset="0"/>
              </a:rPr>
              <a:t>2</a:t>
            </a:r>
            <a:endParaRPr lang="en-US" altLang="zh-CN" sz="1400" dirty="0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692667" y="3474000"/>
            <a:ext cx="316523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ambria Math" panose="02040503050406030204" charset="0"/>
                <a:cs typeface="Cambria Math" panose="02040503050406030204" charset="0"/>
              </a:rPr>
              <a:t>3</a:t>
            </a:r>
            <a:endParaRPr lang="en-US" altLang="zh-CN" sz="1400" dirty="0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2677995" y="4280400"/>
            <a:ext cx="76200" cy="76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接箭头连接符 56"/>
          <p:cNvCxnSpPr/>
          <p:nvPr/>
        </p:nvCxnSpPr>
        <p:spPr>
          <a:xfrm rot="16200000">
            <a:off x="742442" y="4499664"/>
            <a:ext cx="25200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 flipV="1">
            <a:off x="27144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3433995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 flipV="1">
            <a:off x="4153995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2001980" y="504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2001195" y="432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2001195" y="360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528800" y="5652135"/>
            <a:ext cx="2438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786255" y="3019080"/>
            <a:ext cx="2438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altLang="zh-CN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2009085" y="3600000"/>
            <a:ext cx="2520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2000805" y="2951940"/>
            <a:ext cx="1368000" cy="1368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0" name="组合 69"/>
          <p:cNvGrpSpPr/>
          <p:nvPr/>
        </p:nvGrpSpPr>
        <p:grpSpPr>
          <a:xfrm>
            <a:off x="4389755" y="5018360"/>
            <a:ext cx="1795145" cy="269240"/>
            <a:chOff x="15946" y="8691"/>
            <a:chExt cx="2827" cy="424"/>
          </a:xfrm>
        </p:grpSpPr>
        <p:sp>
          <p:nvSpPr>
            <p:cNvPr id="28" name="矩形 27"/>
            <p:cNvSpPr/>
            <p:nvPr/>
          </p:nvSpPr>
          <p:spPr>
            <a:xfrm>
              <a:off x="15946" y="8691"/>
              <a:ext cx="379" cy="379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39" name="对象 38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6488" y="8691"/>
            <a:ext cx="2285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" name="" r:id="rId1" imgW="1155700" imgH="190500" progId="Equation.KSEE3">
                    <p:embed/>
                  </p:oleObj>
                </mc:Choice>
                <mc:Fallback>
                  <p:oleObj name="" r:id="rId1" imgW="1155700" imgH="1905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488" y="8691"/>
                          <a:ext cx="2285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1715770" y="5706745"/>
            <a:ext cx="34417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dirty="0">
                <a:latin typeface="Cambria Math" panose="02040503050406030204" charset="0"/>
                <a:cs typeface="Cambria Math" panose="02040503050406030204" charset="0"/>
                <a:sym typeface="+mn-ea"/>
              </a:rPr>
              <a:t>0</a:t>
            </a:r>
            <a:endParaRPr lang="en-US" altLang="zh-CN" sz="1400" dirty="0">
              <a:latin typeface="Cambria Math" panose="02040503050406030204" charset="0"/>
              <a:cs typeface="Cambria Math" panose="02040503050406030204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21600" y="4318635"/>
            <a:ext cx="8972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Cambria Math" panose="02040503050406030204" charset="0"/>
              </a:rPr>
              <a:t>&lt;</a:t>
            </a:r>
            <a:r>
              <a:rPr lang="en-US" altLang="zh-CN" sz="1400" dirty="0">
                <a:latin typeface="Cambria Math" panose="02040503050406030204" charset="0"/>
                <a:cs typeface="Cambria Math" panose="02040503050406030204" charset="0"/>
              </a:rPr>
              <a:t>(0,2),2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Cambria Math" panose="02040503050406030204" charset="0"/>
              </a:rPr>
              <a:t>&gt;</a:t>
            </a:r>
            <a:endParaRPr lang="en-US" altLang="zh-CN" sz="1400" b="1" dirty="0">
              <a:latin typeface="宋体" panose="02010600030101010101" pitchFamily="2" charset="-122"/>
              <a:ea typeface="宋体" panose="02010600030101010101" pitchFamily="2" charset="-122"/>
              <a:cs typeface="Cambria Math" panose="02040503050406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633345" y="2833370"/>
            <a:ext cx="11201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y=x+</a:t>
            </a:r>
            <a:r>
              <a:rPr lang="en-US" altLang="zh-CN" sz="1400">
                <a:latin typeface="Cambria Math" panose="02040503050406030204" charset="0"/>
                <a:cs typeface="Cambria Math" panose="02040503050406030204" charset="0"/>
              </a:rPr>
              <a:t>2</a:t>
            </a:r>
            <a:endParaRPr lang="en-US" altLang="zh-CN" sz="1400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692000" y="4914000"/>
            <a:ext cx="316523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>
                <a:latin typeface="Cambria Math" panose="02040503050406030204" charset="0"/>
                <a:cs typeface="Cambria Math" panose="02040503050406030204" charset="0"/>
              </a:rPr>
              <a:t>1</a:t>
            </a:r>
            <a:endParaRPr lang="en-US" altLang="zh-CN" sz="1400" dirty="0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541600" y="4320000"/>
            <a:ext cx="896400" cy="259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Cambria Math" panose="02040503050406030204" charset="0"/>
                <a:sym typeface="+mn-ea"/>
              </a:rPr>
              <a:t>&lt;</a:t>
            </a:r>
            <a:r>
              <a:rPr lang="en-US" altLang="zh-CN" sz="1400" dirty="0">
                <a:latin typeface="Cambria Math" panose="02040503050406030204" charset="0"/>
                <a:cs typeface="Cambria Math" panose="02040503050406030204" charset="0"/>
                <a:sym typeface="+mn-ea"/>
              </a:rPr>
              <a:t>(1,2),1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Cambria Math" panose="02040503050406030204" charset="0"/>
                <a:sym typeface="+mn-ea"/>
              </a:rPr>
              <a:t>&gt;</a:t>
            </a:r>
            <a:endParaRPr lang="en-US" altLang="zh-CN" sz="1400" b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</a:endParaRPr>
          </a:p>
          <a:p>
            <a:pPr algn="ctr"/>
            <a:endParaRPr lang="en-US" altLang="zh-CN" sz="1400" b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</a:endParaRPr>
          </a:p>
        </p:txBody>
      </p:sp>
      <p:sp>
        <p:nvSpPr>
          <p:cNvPr id="61" name="椭圆 60"/>
          <p:cNvSpPr>
            <a:spLocks noChangeAspect="1"/>
          </p:cNvSpPr>
          <p:nvPr/>
        </p:nvSpPr>
        <p:spPr>
          <a:xfrm>
            <a:off x="3398400" y="3560400"/>
            <a:ext cx="76200" cy="76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62" name="文本框 61"/>
          <p:cNvSpPr txBox="1"/>
          <p:nvPr/>
        </p:nvSpPr>
        <p:spPr>
          <a:xfrm>
            <a:off x="3261600" y="3600000"/>
            <a:ext cx="896400" cy="259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Cambria Math" panose="02040503050406030204" charset="0"/>
                <a:sym typeface="+mn-ea"/>
              </a:rPr>
              <a:t>&lt;</a:t>
            </a:r>
            <a:r>
              <a:rPr lang="en-US" altLang="zh-CN" sz="1400" dirty="0">
                <a:latin typeface="Cambria Math" panose="02040503050406030204" charset="0"/>
                <a:cs typeface="Cambria Math" panose="02040503050406030204" charset="0"/>
                <a:sym typeface="+mn-ea"/>
              </a:rPr>
              <a:t>(2,3),1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Cambria Math" panose="02040503050406030204" charset="0"/>
                <a:sym typeface="+mn-ea"/>
              </a:rPr>
              <a:t>&gt;</a:t>
            </a:r>
            <a:endParaRPr lang="en-US" altLang="zh-CN" sz="1400" b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</a:endParaRPr>
          </a:p>
          <a:p>
            <a:pPr algn="ctr"/>
            <a:endParaRPr lang="en-US" altLang="zh-CN" sz="1400" b="1" dirty="0">
              <a:latin typeface="Cambria Math" panose="02040503050406030204" charset="0"/>
              <a:ea typeface="宋体" panose="02010600030101010101" pitchFamily="2" charset="-122"/>
              <a:cs typeface="Cambria Math" panose="0204050305040603020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613785" y="3325495"/>
            <a:ext cx="11201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1400">
                <a:latin typeface="Cambria Math" panose="02040503050406030204" charset="0"/>
                <a:cs typeface="Cambria Math" panose="02040503050406030204" charset="0"/>
              </a:rPr>
              <a:t>3</a:t>
            </a:r>
            <a:endParaRPr lang="en-US" altLang="zh-CN" sz="1400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2577600" y="5706000"/>
            <a:ext cx="3162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4388400" y="4260850"/>
            <a:ext cx="2745740" cy="288925"/>
            <a:chOff x="7210" y="6710"/>
            <a:chExt cx="4324" cy="455"/>
          </a:xfrm>
        </p:grpSpPr>
        <p:sp>
          <p:nvSpPr>
            <p:cNvPr id="72" name="矩形 71"/>
            <p:cNvSpPr/>
            <p:nvPr/>
          </p:nvSpPr>
          <p:spPr>
            <a:xfrm>
              <a:off x="7210" y="6710"/>
              <a:ext cx="379" cy="379"/>
            </a:xfrm>
            <a:prstGeom prst="rect">
              <a:avLst/>
            </a:prstGeom>
            <a:solidFill>
              <a:schemeClr val="bg1">
                <a:lumMod val="50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78" name="对象 7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7754" y="6741"/>
            <a:ext cx="3780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" name="" r:id="rId3" imgW="1765300" imgH="190500" progId="Equation.KSEE3">
                    <p:embed/>
                  </p:oleObj>
                </mc:Choice>
                <mc:Fallback>
                  <p:oleObj name="" r:id="rId3" imgW="1765300" imgH="1905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754" y="6741"/>
                          <a:ext cx="3780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接连接符 57"/>
          <p:cNvCxnSpPr/>
          <p:nvPr/>
        </p:nvCxnSpPr>
        <p:spPr>
          <a:xfrm flipH="1">
            <a:off x="5594400" y="1800000"/>
            <a:ext cx="2540" cy="396000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H="1">
            <a:off x="4874400" y="1800000"/>
            <a:ext cx="2540" cy="396000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4154400" y="1800000"/>
            <a:ext cx="2540" cy="396000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H="1">
            <a:off x="3434400" y="1800000"/>
            <a:ext cx="2540" cy="396000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>
            <a:off x="2714400" y="1800000"/>
            <a:ext cx="0" cy="396000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2008800" y="3600000"/>
            <a:ext cx="4320000" cy="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2008800" y="5040000"/>
            <a:ext cx="4320000" cy="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2008800" y="4320000"/>
            <a:ext cx="4320000" cy="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2008800" y="2880000"/>
            <a:ext cx="4320000" cy="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2008800" y="2160000"/>
            <a:ext cx="4320000" cy="0"/>
          </a:xfrm>
          <a:prstGeom prst="line">
            <a:avLst/>
          </a:prstGeom>
          <a:ln w="12700" cap="flat" cmpd="sng" algn="ctr">
            <a:solidFill>
              <a:schemeClr val="bg2">
                <a:lumMod val="9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009140" y="2879725"/>
            <a:ext cx="1439545" cy="1440180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1991991" y="5759666"/>
            <a:ext cx="44064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2559587" y="5705852"/>
            <a:ext cx="1042380" cy="368300"/>
            <a:chOff x="2599592" y="5705852"/>
            <a:chExt cx="1042380" cy="368300"/>
          </a:xfrm>
        </p:grpSpPr>
        <p:sp>
          <p:nvSpPr>
            <p:cNvPr id="9" name="文本框 8"/>
            <p:cNvSpPr txBox="1"/>
            <p:nvPr/>
          </p:nvSpPr>
          <p:spPr>
            <a:xfrm>
              <a:off x="2599592" y="5705852"/>
              <a:ext cx="31652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325449" y="5705852"/>
              <a:ext cx="31652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011301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21884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24914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2678400" y="4280400"/>
            <a:ext cx="77470" cy="774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498400" y="4320065"/>
            <a:ext cx="72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椭圆 30"/>
          <p:cNvSpPr>
            <a:spLocks noChangeAspect="1"/>
          </p:cNvSpPr>
          <p:nvPr/>
        </p:nvSpPr>
        <p:spPr>
          <a:xfrm>
            <a:off x="4118400" y="356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938400" y="3600000"/>
            <a:ext cx="72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2678400" y="500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2498400" y="5040125"/>
            <a:ext cx="72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/>
          <p:cNvSpPr>
            <a:spLocks noChangeAspect="1"/>
          </p:cNvSpPr>
          <p:nvPr/>
        </p:nvSpPr>
        <p:spPr>
          <a:xfrm>
            <a:off x="4118400" y="212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378400" y="2160125"/>
            <a:ext cx="72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692667" y="4863354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92667" y="4151708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692667" y="3426553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3398400" y="428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3218400" y="4319690"/>
            <a:ext cx="72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/>
          <p:cNvSpPr>
            <a:spLocks noChangeAspect="1"/>
          </p:cNvSpPr>
          <p:nvPr/>
        </p:nvSpPr>
        <p:spPr>
          <a:xfrm>
            <a:off x="3398400" y="3560400"/>
            <a:ext cx="76200" cy="76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3218400" y="3599600"/>
            <a:ext cx="72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椭圆 54"/>
          <p:cNvSpPr>
            <a:spLocks noChangeAspect="1"/>
          </p:cNvSpPr>
          <p:nvPr/>
        </p:nvSpPr>
        <p:spPr>
          <a:xfrm>
            <a:off x="5558400" y="212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3938400" y="2160000"/>
            <a:ext cx="72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rot="16200000">
            <a:off x="22442" y="3779664"/>
            <a:ext cx="39600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stCxn id="9" idx="0"/>
          </p:cNvCxnSpPr>
          <p:nvPr/>
        </p:nvCxnSpPr>
        <p:spPr>
          <a:xfrm flipH="1" flipV="1">
            <a:off x="2717805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3433995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 flipV="1">
            <a:off x="4153995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4873995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5593995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2001980" y="504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2001195" y="432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2001600" y="360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6398260" y="5652135"/>
            <a:ext cx="243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724660" y="1473200"/>
            <a:ext cx="243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4848225" y="4942840"/>
            <a:ext cx="2131060" cy="288925"/>
            <a:chOff x="15946" y="8691"/>
            <a:chExt cx="3356" cy="455"/>
          </a:xfrm>
        </p:grpSpPr>
        <p:sp>
          <p:nvSpPr>
            <p:cNvPr id="72" name="矩形 71"/>
            <p:cNvSpPr/>
            <p:nvPr/>
          </p:nvSpPr>
          <p:spPr>
            <a:xfrm>
              <a:off x="15946" y="8691"/>
              <a:ext cx="379" cy="379"/>
            </a:xfrm>
            <a:prstGeom prst="rect">
              <a:avLst/>
            </a:prstGeom>
            <a:solidFill>
              <a:schemeClr val="bg1">
                <a:lumMod val="50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73" name="对象 72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6520" y="8691"/>
            <a:ext cx="2782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" name="" r:id="rId1" imgW="1244600" imgH="203200" progId="Equation.KSEE3">
                    <p:embed/>
                  </p:oleObj>
                </mc:Choice>
                <mc:Fallback>
                  <p:oleObj name="" r:id="rId1" imgW="1244600" imgH="2032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520" y="8691"/>
                          <a:ext cx="2782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1715770" y="5706745"/>
            <a:ext cx="3441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 flipV="1">
            <a:off x="2001195" y="288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 flipV="1">
            <a:off x="2001195" y="216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1691595" y="2706370"/>
            <a:ext cx="2768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691595" y="1976120"/>
            <a:ext cx="2768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2009140" y="2879725"/>
            <a:ext cx="2864485" cy="28803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1991991" y="5759666"/>
            <a:ext cx="44064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2559587" y="5705852"/>
            <a:ext cx="1042380" cy="368300"/>
            <a:chOff x="2599592" y="5705852"/>
            <a:chExt cx="1042380" cy="368300"/>
          </a:xfrm>
        </p:grpSpPr>
        <p:sp>
          <p:nvSpPr>
            <p:cNvPr id="9" name="文本框 8"/>
            <p:cNvSpPr txBox="1"/>
            <p:nvPr/>
          </p:nvSpPr>
          <p:spPr>
            <a:xfrm>
              <a:off x="2599592" y="5705852"/>
              <a:ext cx="31652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325449" y="5705852"/>
              <a:ext cx="31652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011301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21884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24914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椭圆 30"/>
          <p:cNvSpPr>
            <a:spLocks noChangeAspect="1"/>
          </p:cNvSpPr>
          <p:nvPr/>
        </p:nvSpPr>
        <p:spPr>
          <a:xfrm>
            <a:off x="1957995" y="356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897200" y="320134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(0,3,2):-1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1957995" y="500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857565" y="504012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(0,1,1):1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/>
          <p:cNvSpPr>
            <a:spLocks noChangeAspect="1"/>
          </p:cNvSpPr>
          <p:nvPr/>
        </p:nvSpPr>
        <p:spPr>
          <a:xfrm>
            <a:off x="3397995" y="212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2185720" y="216012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(1,5,3):-1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692667" y="4863354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92667" y="4151708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692667" y="3426553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2677995" y="428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2577600" y="4319690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(1,2,1):1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/>
          <p:cNvSpPr>
            <a:spLocks noChangeAspect="1"/>
          </p:cNvSpPr>
          <p:nvPr/>
        </p:nvSpPr>
        <p:spPr>
          <a:xfrm>
            <a:off x="2677995" y="356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2577600" y="3599600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(1,3,2):1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297600" y="2160000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(2,5,3):1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rot="16200000">
            <a:off x="22442" y="3779664"/>
            <a:ext cx="39600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stCxn id="9" idx="0"/>
          </p:cNvCxnSpPr>
          <p:nvPr/>
        </p:nvCxnSpPr>
        <p:spPr>
          <a:xfrm flipH="1" flipV="1">
            <a:off x="2717805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3433995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 flipV="1">
            <a:off x="4153995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4873995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5593995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2001980" y="504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2001195" y="432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2001195" y="360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6398260" y="5652135"/>
            <a:ext cx="243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724660" y="1473200"/>
            <a:ext cx="243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 flipV="1">
            <a:off x="2008770" y="2879955"/>
            <a:ext cx="3112135" cy="63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0" name="组合 69"/>
          <p:cNvGrpSpPr/>
          <p:nvPr/>
        </p:nvGrpSpPr>
        <p:grpSpPr>
          <a:xfrm>
            <a:off x="5145405" y="5039950"/>
            <a:ext cx="2082800" cy="288925"/>
            <a:chOff x="15946" y="8691"/>
            <a:chExt cx="3280" cy="455"/>
          </a:xfrm>
        </p:grpSpPr>
        <p:sp>
          <p:nvSpPr>
            <p:cNvPr id="28" name="矩形 27"/>
            <p:cNvSpPr/>
            <p:nvPr/>
          </p:nvSpPr>
          <p:spPr>
            <a:xfrm>
              <a:off x="15946" y="8691"/>
              <a:ext cx="379" cy="37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39" name="对象 38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6412" y="8691"/>
            <a:ext cx="2814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" name="" r:id="rId1" imgW="1257300" imgH="203200" progId="Equation.KSEE3">
                    <p:embed/>
                  </p:oleObj>
                </mc:Choice>
                <mc:Fallback>
                  <p:oleObj name="" r:id="rId1" imgW="1257300" imgH="2032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412" y="8691"/>
                          <a:ext cx="2814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1715770" y="5706745"/>
            <a:ext cx="3441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 flipV="1">
            <a:off x="2001195" y="288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 flipV="1">
            <a:off x="2001195" y="216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1691595" y="2706370"/>
            <a:ext cx="2768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691595" y="1976120"/>
            <a:ext cx="2768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>
            <a:off x="2678400" y="212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0" name="对象 2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11295" y="3074670"/>
          <a:ext cx="603785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342900" imgH="165100" progId="Equation.KSEE3">
                  <p:embed/>
                </p:oleObj>
              </mc:Choice>
              <mc:Fallback>
                <p:oleObj name="" r:id="rId3" imgW="342900" imgH="165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11295" y="3074670"/>
                        <a:ext cx="603785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直角三角形 23"/>
          <p:cNvSpPr/>
          <p:nvPr/>
        </p:nvSpPr>
        <p:spPr>
          <a:xfrm rot="16200000">
            <a:off x="2018665" y="2896235"/>
            <a:ext cx="2192020" cy="2160905"/>
          </a:xfrm>
          <a:prstGeom prst="rtTriangle">
            <a:avLst/>
          </a:prstGeom>
          <a:pattFill prst="solidDmnd">
            <a:fgClr>
              <a:schemeClr val="bg1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049145" y="5076825"/>
            <a:ext cx="2145665" cy="683260"/>
          </a:xfrm>
          <a:prstGeom prst="rect">
            <a:avLst/>
          </a:prstGeom>
          <a:pattFill prst="wd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2031996" y="5759666"/>
            <a:ext cx="44064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2599592" y="5705852"/>
            <a:ext cx="1042380" cy="368300"/>
            <a:chOff x="2599592" y="5705852"/>
            <a:chExt cx="1042380" cy="368300"/>
          </a:xfrm>
        </p:grpSpPr>
        <p:sp>
          <p:nvSpPr>
            <p:cNvPr id="9" name="文本框 8"/>
            <p:cNvSpPr txBox="1"/>
            <p:nvPr/>
          </p:nvSpPr>
          <p:spPr>
            <a:xfrm>
              <a:off x="2599592" y="5705852"/>
              <a:ext cx="31652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325449" y="5705852"/>
              <a:ext cx="31652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051306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61889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4919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1998000" y="4280400"/>
            <a:ext cx="77470" cy="774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818055" y="432006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(0,2):2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椭圆 30"/>
          <p:cNvSpPr>
            <a:spLocks noChangeAspect="1"/>
          </p:cNvSpPr>
          <p:nvPr/>
        </p:nvSpPr>
        <p:spPr>
          <a:xfrm>
            <a:off x="1998000" y="356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818055" y="360012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(0,3):1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1998000" y="500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818195" y="504012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/>
          <p:cNvSpPr>
            <a:spLocks noChangeAspect="1"/>
          </p:cNvSpPr>
          <p:nvPr/>
        </p:nvSpPr>
        <p:spPr>
          <a:xfrm>
            <a:off x="3438000" y="212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818055" y="216012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(0,5):3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32672" y="4863354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732672" y="4151708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32672" y="3426553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2718000" y="428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2538000" y="4319690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/>
          <p:cNvSpPr>
            <a:spLocks noChangeAspect="1"/>
          </p:cNvSpPr>
          <p:nvPr/>
        </p:nvSpPr>
        <p:spPr>
          <a:xfrm>
            <a:off x="2718000" y="356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2538000" y="3599600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(1,3):1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椭圆 54"/>
          <p:cNvSpPr>
            <a:spLocks noChangeAspect="1"/>
          </p:cNvSpPr>
          <p:nvPr/>
        </p:nvSpPr>
        <p:spPr>
          <a:xfrm>
            <a:off x="1998000" y="212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3258000" y="2160000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(2,5):1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rot="16200000">
            <a:off x="-117553" y="3599664"/>
            <a:ext cx="43200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stCxn id="9" idx="0"/>
          </p:cNvCxnSpPr>
          <p:nvPr/>
        </p:nvCxnSpPr>
        <p:spPr>
          <a:xfrm flipH="1" flipV="1">
            <a:off x="2757810" y="560374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347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 flipV="1">
            <a:off x="419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491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563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2041985" y="504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2041200" y="432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2041200" y="360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6438265" y="5652135"/>
            <a:ext cx="243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696720" y="1223645"/>
            <a:ext cx="243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2049090" y="2879955"/>
            <a:ext cx="2520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032310" y="2890525"/>
            <a:ext cx="11430" cy="28638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2031920" y="2630630"/>
            <a:ext cx="2463800" cy="244602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9" name="组合 58"/>
          <p:cNvGrpSpPr/>
          <p:nvPr/>
        </p:nvGrpSpPr>
        <p:grpSpPr>
          <a:xfrm>
            <a:off x="2142165" y="5355595"/>
            <a:ext cx="694690" cy="398780"/>
            <a:chOff x="3299" y="8050"/>
            <a:chExt cx="1094" cy="628"/>
          </a:xfrm>
        </p:grpSpPr>
        <p:grpSp>
          <p:nvGrpSpPr>
            <p:cNvPr id="40" name="组合 39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470560" y="2787020"/>
            <a:ext cx="694690" cy="398780"/>
            <a:chOff x="3299" y="8050"/>
            <a:chExt cx="1094" cy="628"/>
          </a:xfrm>
        </p:grpSpPr>
        <p:grpSp>
          <p:nvGrpSpPr>
            <p:cNvPr id="61" name="组合 60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62" name="文本框 61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4" name="文本框 63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4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755775" y="5706745"/>
            <a:ext cx="3441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 flipV="1">
            <a:off x="2041200" y="288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 flipV="1">
            <a:off x="2041200" y="216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1731600" y="2706370"/>
            <a:ext cx="2768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731600" y="1976120"/>
            <a:ext cx="2768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86" name="对象 8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816350" y="2528253"/>
          <a:ext cx="44958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" name="" r:id="rId1" imgW="316865" imgH="165100" progId="Equation.KSEE3">
                  <p:embed/>
                </p:oleObj>
              </mc:Choice>
              <mc:Fallback>
                <p:oleObj name="" r:id="rId1" imgW="316865" imgH="165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6350" y="2528253"/>
                        <a:ext cx="449580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直角三角形 23"/>
          <p:cNvSpPr/>
          <p:nvPr/>
        </p:nvSpPr>
        <p:spPr>
          <a:xfrm rot="16200000">
            <a:off x="2048400" y="2879820"/>
            <a:ext cx="1440000" cy="1440000"/>
          </a:xfrm>
          <a:prstGeom prst="rtTriangle">
            <a:avLst/>
          </a:prstGeom>
          <a:pattFill prst="solidDmnd">
            <a:fgClr>
              <a:schemeClr val="bg1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049145" y="4319905"/>
            <a:ext cx="3584575" cy="1440180"/>
          </a:xfrm>
          <a:prstGeom prst="rect">
            <a:avLst/>
          </a:prstGeom>
          <a:pattFill prst="wd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2031996" y="5759666"/>
            <a:ext cx="44064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2599592" y="5705852"/>
            <a:ext cx="1042380" cy="368300"/>
            <a:chOff x="2599592" y="5705852"/>
            <a:chExt cx="1042380" cy="368300"/>
          </a:xfrm>
        </p:grpSpPr>
        <p:sp>
          <p:nvSpPr>
            <p:cNvPr id="9" name="文本框 8"/>
            <p:cNvSpPr txBox="1"/>
            <p:nvPr/>
          </p:nvSpPr>
          <p:spPr>
            <a:xfrm>
              <a:off x="2599592" y="5705852"/>
              <a:ext cx="31652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325449" y="5705852"/>
              <a:ext cx="31652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051306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61889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4919" y="5705852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1998000" y="4280400"/>
            <a:ext cx="77470" cy="774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818055" y="432006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(0,2):2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椭圆 30"/>
          <p:cNvSpPr>
            <a:spLocks noChangeAspect="1"/>
          </p:cNvSpPr>
          <p:nvPr/>
        </p:nvSpPr>
        <p:spPr>
          <a:xfrm>
            <a:off x="1998000" y="356040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818055" y="360012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(0,3):1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1998000" y="500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819465" y="504012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/>
          <p:cNvSpPr>
            <a:spLocks noChangeAspect="1"/>
          </p:cNvSpPr>
          <p:nvPr/>
        </p:nvSpPr>
        <p:spPr>
          <a:xfrm>
            <a:off x="3438000" y="212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818055" y="2160125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(0,5):3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32672" y="4863354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732672" y="4151708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32672" y="3426553"/>
            <a:ext cx="3165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2718000" y="428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2538000" y="4319690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/>
          <p:cNvSpPr>
            <a:spLocks noChangeAspect="1"/>
          </p:cNvSpPr>
          <p:nvPr/>
        </p:nvSpPr>
        <p:spPr>
          <a:xfrm>
            <a:off x="2718000" y="356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2538000" y="3599600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(1,3):1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椭圆 54"/>
          <p:cNvSpPr>
            <a:spLocks noChangeAspect="1"/>
          </p:cNvSpPr>
          <p:nvPr/>
        </p:nvSpPr>
        <p:spPr>
          <a:xfrm>
            <a:off x="1998000" y="2120400"/>
            <a:ext cx="7620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3258000" y="2160000"/>
            <a:ext cx="1064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(2,5):1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rot="16200000">
            <a:off x="-117553" y="3599664"/>
            <a:ext cx="43200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stCxn id="9" idx="0"/>
          </p:cNvCxnSpPr>
          <p:nvPr/>
        </p:nvCxnSpPr>
        <p:spPr>
          <a:xfrm flipH="1" flipV="1">
            <a:off x="2757810" y="560374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347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 flipV="1">
            <a:off x="419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491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563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2041985" y="504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2041200" y="432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2041200" y="360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6438265" y="5652135"/>
            <a:ext cx="302895" cy="398780"/>
            <a:chOff x="15138" y="5244"/>
            <a:chExt cx="477" cy="628"/>
          </a:xfrm>
        </p:grpSpPr>
        <p:sp>
          <p:nvSpPr>
            <p:cNvPr id="36" name="文本框 35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691640" y="1223645"/>
            <a:ext cx="302895" cy="398780"/>
            <a:chOff x="15138" y="5244"/>
            <a:chExt cx="477" cy="628"/>
          </a:xfrm>
        </p:grpSpPr>
        <p:sp>
          <p:nvSpPr>
            <p:cNvPr id="44" name="文本框 43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 flipH="1">
            <a:off x="2049090" y="2879955"/>
            <a:ext cx="2520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032310" y="2890525"/>
            <a:ext cx="11430" cy="28638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2040810" y="2562050"/>
            <a:ext cx="1757045" cy="17568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9" name="组合 58"/>
          <p:cNvGrpSpPr/>
          <p:nvPr/>
        </p:nvGrpSpPr>
        <p:grpSpPr>
          <a:xfrm>
            <a:off x="2098350" y="5349245"/>
            <a:ext cx="694690" cy="398780"/>
            <a:chOff x="3299" y="8050"/>
            <a:chExt cx="1094" cy="628"/>
          </a:xfrm>
        </p:grpSpPr>
        <p:grpSp>
          <p:nvGrpSpPr>
            <p:cNvPr id="40" name="组合 39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529615" y="2675895"/>
            <a:ext cx="694690" cy="398780"/>
            <a:chOff x="3299" y="8050"/>
            <a:chExt cx="1094" cy="628"/>
          </a:xfrm>
        </p:grpSpPr>
        <p:grpSp>
          <p:nvGrpSpPr>
            <p:cNvPr id="61" name="组合 60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62" name="文本框 61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4" name="文本框 63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4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2477135" y="1241380"/>
            <a:ext cx="1494155" cy="324485"/>
            <a:chOff x="15946" y="8663"/>
            <a:chExt cx="2353" cy="511"/>
          </a:xfrm>
        </p:grpSpPr>
        <p:sp>
          <p:nvSpPr>
            <p:cNvPr id="28" name="矩形 27"/>
            <p:cNvSpPr/>
            <p:nvPr/>
          </p:nvSpPr>
          <p:spPr>
            <a:xfrm>
              <a:off x="15946" y="8691"/>
              <a:ext cx="379" cy="379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39" name="对象 38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6427" y="8663"/>
            <a:ext cx="1872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" name="" r:id="rId1" imgW="838200" imgH="228600" progId="Equation.KSEE3">
                    <p:embed/>
                  </p:oleObj>
                </mc:Choice>
                <mc:Fallback>
                  <p:oleObj name="" r:id="rId1" imgW="8382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427" y="8663"/>
                          <a:ext cx="1872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" name="组合 70"/>
          <p:cNvGrpSpPr/>
          <p:nvPr/>
        </p:nvGrpSpPr>
        <p:grpSpPr>
          <a:xfrm>
            <a:off x="4229735" y="1223645"/>
            <a:ext cx="1782445" cy="324485"/>
            <a:chOff x="15946" y="8663"/>
            <a:chExt cx="2807" cy="511"/>
          </a:xfrm>
        </p:grpSpPr>
        <p:sp>
          <p:nvSpPr>
            <p:cNvPr id="72" name="矩形 71"/>
            <p:cNvSpPr/>
            <p:nvPr/>
          </p:nvSpPr>
          <p:spPr>
            <a:xfrm>
              <a:off x="15946" y="8691"/>
              <a:ext cx="379" cy="379"/>
            </a:xfrm>
            <a:prstGeom prst="rect">
              <a:avLst/>
            </a:prstGeom>
            <a:pattFill prst="solidDmnd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73" name="对象 72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6455" y="8663"/>
            <a:ext cx="2298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" name="" r:id="rId3" imgW="1028700" imgH="228600" progId="Equation.KSEE3">
                    <p:embed/>
                  </p:oleObj>
                </mc:Choice>
                <mc:Fallback>
                  <p:oleObj name="" r:id="rId3" imgW="10287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455" y="8663"/>
                          <a:ext cx="2298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1755775" y="5706745"/>
            <a:ext cx="3441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 flipV="1">
            <a:off x="2041200" y="288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 flipV="1">
            <a:off x="2041200" y="216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1731600" y="2706370"/>
            <a:ext cx="2768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731600" y="1976120"/>
            <a:ext cx="2768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2362200" y="2985770"/>
            <a:ext cx="1019175" cy="402590"/>
            <a:chOff x="5735" y="5238"/>
            <a:chExt cx="2038" cy="634"/>
          </a:xfrm>
        </p:grpSpPr>
        <p:grpSp>
          <p:nvGrpSpPr>
            <p:cNvPr id="26" name="组合 25"/>
            <p:cNvGrpSpPr/>
            <p:nvPr/>
          </p:nvGrpSpPr>
          <p:grpSpPr>
            <a:xfrm rot="0">
              <a:off x="5735" y="5238"/>
              <a:ext cx="2038" cy="628"/>
              <a:chOff x="3299" y="8050"/>
              <a:chExt cx="2038" cy="628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3299" y="8050"/>
                <a:ext cx="477" cy="628"/>
                <a:chOff x="15138" y="5244"/>
                <a:chExt cx="477" cy="697"/>
              </a:xfrm>
            </p:grpSpPr>
            <p:sp>
              <p:nvSpPr>
                <p:cNvPr id="30" name="文本框 29"/>
                <p:cNvSpPr txBox="1"/>
                <p:nvPr/>
              </p:nvSpPr>
              <p:spPr>
                <a:xfrm>
                  <a:off x="15138" y="5244"/>
                  <a:ext cx="384" cy="6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2000" i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  </a:t>
                  </a:r>
                  <a:endPara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文本框 65"/>
                <p:cNvSpPr txBox="1"/>
                <p:nvPr/>
              </p:nvSpPr>
              <p:spPr>
                <a:xfrm>
                  <a:off x="15231" y="5438"/>
                  <a:ext cx="384" cy="4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i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5" name="文本框 74"/>
              <p:cNvSpPr txBox="1"/>
              <p:nvPr/>
            </p:nvSpPr>
            <p:spPr>
              <a:xfrm>
                <a:off x="3521" y="8079"/>
                <a:ext cx="181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  = 2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6" name="组合 75"/>
            <p:cNvGrpSpPr/>
            <p:nvPr/>
          </p:nvGrpSpPr>
          <p:grpSpPr>
            <a:xfrm>
              <a:off x="6119" y="5244"/>
              <a:ext cx="477" cy="628"/>
              <a:chOff x="15138" y="5244"/>
              <a:chExt cx="477" cy="628"/>
            </a:xfrm>
          </p:grpSpPr>
          <p:sp>
            <p:nvSpPr>
              <p:cNvPr id="81" name="文本框 80"/>
              <p:cNvSpPr txBox="1"/>
              <p:nvPr/>
            </p:nvSpPr>
            <p:spPr>
              <a:xfrm>
                <a:off x="15138" y="5244"/>
                <a:ext cx="384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0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15231" y="5438"/>
                <a:ext cx="384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矩形 28"/>
          <p:cNvSpPr/>
          <p:nvPr/>
        </p:nvSpPr>
        <p:spPr>
          <a:xfrm>
            <a:off x="2044800" y="5039995"/>
            <a:ext cx="2878455" cy="252000"/>
          </a:xfrm>
          <a:prstGeom prst="rect">
            <a:avLst/>
          </a:prstGeom>
          <a:pattFill prst="wdDnDiag">
            <a:fgClr>
              <a:schemeClr val="bg2">
                <a:lumMod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924800" y="3596400"/>
            <a:ext cx="414000" cy="1695600"/>
          </a:xfrm>
          <a:prstGeom prst="rect">
            <a:avLst/>
          </a:prstGeom>
          <a:pattFill prst="wdDnDiag">
            <a:fgClr>
              <a:schemeClr val="bg2">
                <a:lumMod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5346000" y="3494000"/>
            <a:ext cx="0" cy="18000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2042045" y="5292730"/>
            <a:ext cx="3295015" cy="127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2031996" y="5759666"/>
            <a:ext cx="43200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2599592" y="5705852"/>
            <a:ext cx="1042380" cy="368300"/>
            <a:chOff x="2599592" y="5705852"/>
            <a:chExt cx="1042380" cy="368300"/>
          </a:xfrm>
        </p:grpSpPr>
        <p:sp>
          <p:nvSpPr>
            <p:cNvPr id="9" name="文本框 8"/>
            <p:cNvSpPr txBox="1"/>
            <p:nvPr/>
          </p:nvSpPr>
          <p:spPr>
            <a:xfrm>
              <a:off x="2599592" y="5705852"/>
              <a:ext cx="31652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325449" y="5705852"/>
              <a:ext cx="31652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椭圆 33"/>
          <p:cNvSpPr>
            <a:spLocks noChangeAspect="1"/>
          </p:cNvSpPr>
          <p:nvPr/>
        </p:nvSpPr>
        <p:spPr>
          <a:xfrm>
            <a:off x="5309800" y="5256000"/>
            <a:ext cx="72000" cy="72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7" name="直接箭头连接符 56"/>
          <p:cNvCxnSpPr/>
          <p:nvPr/>
        </p:nvCxnSpPr>
        <p:spPr>
          <a:xfrm rot="16200000">
            <a:off x="782447" y="4499664"/>
            <a:ext cx="25200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stCxn id="9" idx="0"/>
          </p:cNvCxnSpPr>
          <p:nvPr/>
        </p:nvCxnSpPr>
        <p:spPr>
          <a:xfrm flipH="1" flipV="1">
            <a:off x="275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347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419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491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 flipV="1">
            <a:off x="5634000" y="5652000"/>
            <a:ext cx="0" cy="10223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2041985" y="504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2041200" y="432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2041200" y="3600000"/>
            <a:ext cx="10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6314440" y="5676265"/>
            <a:ext cx="302895" cy="398780"/>
            <a:chOff x="15138" y="5244"/>
            <a:chExt cx="477" cy="628"/>
          </a:xfrm>
        </p:grpSpPr>
        <p:sp>
          <p:nvSpPr>
            <p:cNvPr id="36" name="文本框 35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739265" y="2867660"/>
            <a:ext cx="302895" cy="398780"/>
            <a:chOff x="15138" y="5244"/>
            <a:chExt cx="477" cy="628"/>
          </a:xfrm>
        </p:grpSpPr>
        <p:sp>
          <p:nvSpPr>
            <p:cNvPr id="44" name="文本框 43"/>
            <p:cNvSpPr txBox="1"/>
            <p:nvPr/>
          </p:nvSpPr>
          <p:spPr>
            <a:xfrm>
              <a:off x="15138" y="5244"/>
              <a:ext cx="38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231" y="5438"/>
              <a:ext cx="3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2538640" y="2682830"/>
            <a:ext cx="735330" cy="251460"/>
            <a:chOff x="15946" y="8691"/>
            <a:chExt cx="1158" cy="396"/>
          </a:xfrm>
        </p:grpSpPr>
        <p:sp>
          <p:nvSpPr>
            <p:cNvPr id="28" name="矩形 27"/>
            <p:cNvSpPr/>
            <p:nvPr/>
          </p:nvSpPr>
          <p:spPr>
            <a:xfrm>
              <a:off x="15946" y="8691"/>
              <a:ext cx="379" cy="379"/>
            </a:xfrm>
            <a:prstGeom prst="rect">
              <a:avLst/>
            </a:prstGeom>
            <a:pattFill prst="solidDmnd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39" name="对象 38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6524" y="8691"/>
            <a:ext cx="580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" name="" r:id="rId1" imgW="241300" imgH="177165" progId="Equation.KSEE3">
                    <p:embed/>
                  </p:oleObj>
                </mc:Choice>
                <mc:Fallback>
                  <p:oleObj name="" r:id="rId1" imgW="2413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524" y="8691"/>
                          <a:ext cx="580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" name="组合 70"/>
          <p:cNvGrpSpPr/>
          <p:nvPr/>
        </p:nvGrpSpPr>
        <p:grpSpPr>
          <a:xfrm>
            <a:off x="5069440" y="2682830"/>
            <a:ext cx="659765" cy="240665"/>
            <a:chOff x="15946" y="8691"/>
            <a:chExt cx="1039" cy="379"/>
          </a:xfrm>
        </p:grpSpPr>
        <p:sp>
          <p:nvSpPr>
            <p:cNvPr id="72" name="矩形 71"/>
            <p:cNvSpPr/>
            <p:nvPr/>
          </p:nvSpPr>
          <p:spPr>
            <a:xfrm>
              <a:off x="15946" y="8691"/>
              <a:ext cx="379" cy="379"/>
            </a:xfrm>
            <a:prstGeom prst="rect">
              <a:avLst/>
            </a:prstGeom>
            <a:pattFill prst="wdDnDiag">
              <a:fgClr>
                <a:schemeClr val="bg2">
                  <a:lumMod val="9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73" name="对象 72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6473" y="8691"/>
            <a:ext cx="512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" name="" r:id="rId3" imgW="228600" imgH="165100" progId="Equation.KSEE3">
                    <p:embed/>
                  </p:oleObj>
                </mc:Choice>
                <mc:Fallback>
                  <p:oleObj name="" r:id="rId3" imgW="228600" imgH="1651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473" y="8691"/>
                          <a:ext cx="512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/>
          <p:cNvSpPr txBox="1"/>
          <p:nvPr/>
        </p:nvSpPr>
        <p:spPr>
          <a:xfrm>
            <a:off x="5035550" y="5278755"/>
            <a:ext cx="622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(a,b)</a:t>
            </a:r>
            <a:endParaRPr lang="en-US" altLang="zh-CN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左大括号 10"/>
          <p:cNvSpPr/>
          <p:nvPr/>
        </p:nvSpPr>
        <p:spPr>
          <a:xfrm rot="16200000">
            <a:off x="3742010" y="5496605"/>
            <a:ext cx="183515" cy="720000"/>
          </a:xfrm>
          <a:prstGeom prst="leftBrace">
            <a:avLst>
              <a:gd name="adj1" fmla="val 93944"/>
              <a:gd name="adj2" fmla="val 5009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522980" y="5959475"/>
            <a:ext cx="622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endParaRPr lang="en-US" altLang="zh-CN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5355025" y="3266330"/>
            <a:ext cx="694690" cy="398780"/>
            <a:chOff x="3299" y="8050"/>
            <a:chExt cx="1094" cy="628"/>
          </a:xfrm>
        </p:grpSpPr>
        <p:grpSp>
          <p:nvGrpSpPr>
            <p:cNvPr id="61" name="组合 60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62" name="文本框 61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4" name="文本框 63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altLang="zh-CN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2041200" y="5303525"/>
            <a:ext cx="694690" cy="398780"/>
            <a:chOff x="3299" y="8050"/>
            <a:chExt cx="1094" cy="628"/>
          </a:xfrm>
        </p:grpSpPr>
        <p:grpSp>
          <p:nvGrpSpPr>
            <p:cNvPr id="40" name="组合 39"/>
            <p:cNvGrpSpPr/>
            <p:nvPr/>
          </p:nvGrpSpPr>
          <p:grpSpPr>
            <a:xfrm>
              <a:off x="3299" y="8050"/>
              <a:ext cx="477" cy="628"/>
              <a:chOff x="15138" y="5244"/>
              <a:chExt cx="477" cy="697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15138" y="5244"/>
                <a:ext cx="384" cy="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</a:t>
                </a:r>
                <a:endPara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5231" y="5438"/>
                <a:ext cx="384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3537" y="8098"/>
              <a:ext cx="8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altLang="zh-CN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041200" y="720000"/>
          <a:ext cx="5040180" cy="50361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90"/>
                <a:gridCol w="720000"/>
                <a:gridCol w="720000"/>
                <a:gridCol w="720090"/>
                <a:gridCol w="719455"/>
                <a:gridCol w="720455"/>
                <a:gridCol w="720090"/>
              </a:tblGrid>
              <a:tr h="720090"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90"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90"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15645"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90"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pattFill prst="solidDmnd">
                      <a:fgClr>
                        <a:schemeClr val="bg1">
                          <a:lumMod val="5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pattFill prst="solidDmnd">
                      <a:fgClr>
                        <a:schemeClr val="bg1">
                          <a:lumMod val="5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pattFill prst="solidDmnd">
                      <a:fgClr>
                        <a:schemeClr val="bg1">
                          <a:lumMod val="5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pattFill prst="solidDmnd">
                      <a:fgClr>
                        <a:schemeClr val="bg1">
                          <a:lumMod val="5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90"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pattFill prst="solidDmnd">
                      <a:fgClr>
                        <a:schemeClr val="bg1">
                          <a:lumMod val="5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pattFill prst="solidDmnd">
                      <a:fgClr>
                        <a:schemeClr val="bg1">
                          <a:lumMod val="5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pattFill prst="solidDmnd">
                      <a:fgClr>
                        <a:schemeClr val="bg1">
                          <a:lumMod val="5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pattFill prst="solidDmnd">
                      <a:fgClr>
                        <a:schemeClr val="bg1">
                          <a:lumMod val="5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720000"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jRlNmU1YmFmMjE3YWQ4YWFhNmI1NmExMWY2MDljOT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</Words>
  <Application>WPS 演示</Application>
  <PresentationFormat>宽屏</PresentationFormat>
  <Paragraphs>572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12</vt:i4>
      </vt:variant>
    </vt:vector>
  </HeadingPairs>
  <TitlesOfParts>
    <vt:vector size="37" baseType="lpstr">
      <vt:lpstr>Arial</vt:lpstr>
      <vt:lpstr>宋体</vt:lpstr>
      <vt:lpstr>Wingdings</vt:lpstr>
      <vt:lpstr>Times New Roman</vt:lpstr>
      <vt:lpstr>Cambria Math</vt:lpstr>
      <vt:lpstr>楷体</vt:lpstr>
      <vt:lpstr>等线</vt:lpstr>
      <vt:lpstr>微软雅黑</vt:lpstr>
      <vt:lpstr>Arial Unicode MS</vt:lpstr>
      <vt:lpstr>等线 Light</vt:lpstr>
      <vt:lpstr>Calibri</vt:lpstr>
      <vt:lpstr>Office 主题​​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禹扬 夏</dc:creator>
  <cp:lastModifiedBy>Yuyang Xia</cp:lastModifiedBy>
  <cp:revision>234</cp:revision>
  <cp:lastPrinted>2024-02-27T10:34:00Z</cp:lastPrinted>
  <dcterms:created xsi:type="dcterms:W3CDTF">2024-02-26T08:46:00Z</dcterms:created>
  <dcterms:modified xsi:type="dcterms:W3CDTF">2024-06-20T11:42:03Z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3206CE0B279E47F29A50982553647D7A_13</vt:lpwstr>
  </property>
  <property fmtid="{D5CDD505-2E9C-101B-9397-08002B2CF9AE}" pid="3" name="KSOProductBuildVer">
    <vt:lpwstr>2052-12.1.0.16929</vt:lpwstr>
  </property>
</Properties>
</file>