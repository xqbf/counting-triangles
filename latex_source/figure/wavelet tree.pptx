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64" r:id="rId4"/>
    <p:sldId id="263" r:id="rId5"/>
    <p:sldId id="260" r:id="rId6"/>
    <p:sldId id="257" r:id="rId7"/>
    <p:sldId id="259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6" userDrawn="1">
          <p15:clr>
            <a:srgbClr val="A4A3A4"/>
          </p15:clr>
        </p15:guide>
        <p15:guide id="2" pos="38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96"/>
        <p:guide pos="385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89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tags" Target="../tags/tag7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tags" Target="../tags/tag106.xml"/><Relationship Id="rId19" Type="http://schemas.openxmlformats.org/officeDocument/2006/relationships/tags" Target="../tags/tag123.xml"/><Relationship Id="rId18" Type="http://schemas.openxmlformats.org/officeDocument/2006/relationships/tags" Target="../tags/tag122.xml"/><Relationship Id="rId17" Type="http://schemas.openxmlformats.org/officeDocument/2006/relationships/tags" Target="../tags/tag121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tags" Target="../tags/tag10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7" Type="http://schemas.openxmlformats.org/officeDocument/2006/relationships/notesSlide" Target="../notesSlides/notesSlide1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161.xml"/><Relationship Id="rId34" Type="http://schemas.openxmlformats.org/officeDocument/2006/relationships/tags" Target="../tags/tag160.xml"/><Relationship Id="rId33" Type="http://schemas.openxmlformats.org/officeDocument/2006/relationships/tags" Target="../tags/tag159.xml"/><Relationship Id="rId32" Type="http://schemas.openxmlformats.org/officeDocument/2006/relationships/tags" Target="../tags/tag158.xml"/><Relationship Id="rId31" Type="http://schemas.openxmlformats.org/officeDocument/2006/relationships/tags" Target="../tags/tag157.xml"/><Relationship Id="rId30" Type="http://schemas.openxmlformats.org/officeDocument/2006/relationships/tags" Target="../tags/tag156.xml"/><Relationship Id="rId3" Type="http://schemas.openxmlformats.org/officeDocument/2006/relationships/tags" Target="../tags/tag129.xml"/><Relationship Id="rId29" Type="http://schemas.openxmlformats.org/officeDocument/2006/relationships/tags" Target="../tags/tag155.xml"/><Relationship Id="rId28" Type="http://schemas.openxmlformats.org/officeDocument/2006/relationships/tags" Target="../tags/tag154.xml"/><Relationship Id="rId27" Type="http://schemas.openxmlformats.org/officeDocument/2006/relationships/tags" Target="../tags/tag153.xml"/><Relationship Id="rId26" Type="http://schemas.openxmlformats.org/officeDocument/2006/relationships/tags" Target="../tags/tag152.xml"/><Relationship Id="rId25" Type="http://schemas.openxmlformats.org/officeDocument/2006/relationships/tags" Target="../tags/tag151.xml"/><Relationship Id="rId24" Type="http://schemas.openxmlformats.org/officeDocument/2006/relationships/tags" Target="../tags/tag150.xml"/><Relationship Id="rId23" Type="http://schemas.openxmlformats.org/officeDocument/2006/relationships/tags" Target="../tags/tag149.xml"/><Relationship Id="rId22" Type="http://schemas.openxmlformats.org/officeDocument/2006/relationships/tags" Target="../tags/tag148.xml"/><Relationship Id="rId21" Type="http://schemas.openxmlformats.org/officeDocument/2006/relationships/tags" Target="../tags/tag147.xml"/><Relationship Id="rId20" Type="http://schemas.openxmlformats.org/officeDocument/2006/relationships/tags" Target="../tags/tag146.xml"/><Relationship Id="rId2" Type="http://schemas.openxmlformats.org/officeDocument/2006/relationships/tags" Target="../tags/tag128.xml"/><Relationship Id="rId19" Type="http://schemas.openxmlformats.org/officeDocument/2006/relationships/tags" Target="../tags/tag145.xml"/><Relationship Id="rId18" Type="http://schemas.openxmlformats.org/officeDocument/2006/relationships/tags" Target="../tags/tag144.xml"/><Relationship Id="rId17" Type="http://schemas.openxmlformats.org/officeDocument/2006/relationships/tags" Target="../tags/tag143.xml"/><Relationship Id="rId16" Type="http://schemas.openxmlformats.org/officeDocument/2006/relationships/tags" Target="../tags/tag142.xml"/><Relationship Id="rId15" Type="http://schemas.openxmlformats.org/officeDocument/2006/relationships/tags" Target="../tags/tag141.xml"/><Relationship Id="rId14" Type="http://schemas.openxmlformats.org/officeDocument/2006/relationships/tags" Target="../tags/tag140.xml"/><Relationship Id="rId13" Type="http://schemas.openxmlformats.org/officeDocument/2006/relationships/tags" Target="../tags/tag139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tags" Target="../tags/tag12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188.xml"/><Relationship Id="rId26" Type="http://schemas.openxmlformats.org/officeDocument/2006/relationships/tags" Target="../tags/tag187.xml"/><Relationship Id="rId25" Type="http://schemas.openxmlformats.org/officeDocument/2006/relationships/tags" Target="../tags/tag186.xml"/><Relationship Id="rId24" Type="http://schemas.openxmlformats.org/officeDocument/2006/relationships/tags" Target="../tags/tag185.xml"/><Relationship Id="rId23" Type="http://schemas.openxmlformats.org/officeDocument/2006/relationships/tags" Target="../tags/tag184.xml"/><Relationship Id="rId22" Type="http://schemas.openxmlformats.org/officeDocument/2006/relationships/tags" Target="../tags/tag183.xml"/><Relationship Id="rId21" Type="http://schemas.openxmlformats.org/officeDocument/2006/relationships/tags" Target="../tags/tag182.xml"/><Relationship Id="rId20" Type="http://schemas.openxmlformats.org/officeDocument/2006/relationships/tags" Target="../tags/tag181.xml"/><Relationship Id="rId2" Type="http://schemas.openxmlformats.org/officeDocument/2006/relationships/tags" Target="../tags/tag163.xml"/><Relationship Id="rId19" Type="http://schemas.openxmlformats.org/officeDocument/2006/relationships/tags" Target="../tags/tag180.xml"/><Relationship Id="rId18" Type="http://schemas.openxmlformats.org/officeDocument/2006/relationships/tags" Target="../tags/tag179.xml"/><Relationship Id="rId17" Type="http://schemas.openxmlformats.org/officeDocument/2006/relationships/tags" Target="../tags/tag178.xml"/><Relationship Id="rId16" Type="http://schemas.openxmlformats.org/officeDocument/2006/relationships/tags" Target="../tags/tag177.xml"/><Relationship Id="rId15" Type="http://schemas.openxmlformats.org/officeDocument/2006/relationships/tags" Target="../tags/tag176.xml"/><Relationship Id="rId14" Type="http://schemas.openxmlformats.org/officeDocument/2006/relationships/tags" Target="../tags/tag175.xml"/><Relationship Id="rId13" Type="http://schemas.openxmlformats.org/officeDocument/2006/relationships/tags" Target="../tags/tag174.xml"/><Relationship Id="rId12" Type="http://schemas.openxmlformats.org/officeDocument/2006/relationships/tags" Target="../tags/tag173.xml"/><Relationship Id="rId11" Type="http://schemas.openxmlformats.org/officeDocument/2006/relationships/tags" Target="../tags/tag172.xml"/><Relationship Id="rId10" Type="http://schemas.openxmlformats.org/officeDocument/2006/relationships/tags" Target="../tags/tag171.xml"/><Relationship Id="rId1" Type="http://schemas.openxmlformats.org/officeDocument/2006/relationships/tags" Target="../tags/tag1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3418205" y="623570"/>
            <a:ext cx="3268800" cy="1342390"/>
          </a:xfrm>
          <a:prstGeom prst="round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>
            <p:custDataLst>
              <p:tags r:id="rId2"/>
            </p:custDataLst>
          </p:nvPr>
        </p:nvSpPr>
        <p:spPr>
          <a:xfrm>
            <a:off x="5842635" y="2606675"/>
            <a:ext cx="1337310" cy="1343025"/>
          </a:xfrm>
          <a:prstGeom prst="round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圆角矩形 51"/>
          <p:cNvSpPr/>
          <p:nvPr>
            <p:custDataLst>
              <p:tags r:id="rId3"/>
            </p:custDataLst>
          </p:nvPr>
        </p:nvSpPr>
        <p:spPr>
          <a:xfrm>
            <a:off x="1587500" y="2591435"/>
            <a:ext cx="2958465" cy="1343025"/>
          </a:xfrm>
          <a:prstGeom prst="round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4"/>
            </p:custDataLst>
          </p:nvPr>
        </p:nvSpPr>
        <p:spPr>
          <a:xfrm>
            <a:off x="4283710" y="163195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[0,2]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2" name="圆角矩形 61"/>
          <p:cNvSpPr/>
          <p:nvPr>
            <p:custDataLst>
              <p:tags r:id="rId5"/>
            </p:custDataLst>
          </p:nvPr>
        </p:nvSpPr>
        <p:spPr>
          <a:xfrm>
            <a:off x="586740" y="4559935"/>
            <a:ext cx="2287270" cy="1343025"/>
          </a:xfrm>
          <a:prstGeom prst="round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圆角矩形 66"/>
          <p:cNvSpPr/>
          <p:nvPr>
            <p:custDataLst>
              <p:tags r:id="rId6"/>
            </p:custDataLst>
          </p:nvPr>
        </p:nvSpPr>
        <p:spPr>
          <a:xfrm>
            <a:off x="3700800" y="4559935"/>
            <a:ext cx="1621155" cy="1343025"/>
          </a:xfrm>
          <a:prstGeom prst="round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>
            <p:custDataLst>
              <p:tags r:id="rId7"/>
            </p:custDataLst>
          </p:nvPr>
        </p:nvSpPr>
        <p:spPr>
          <a:xfrm>
            <a:off x="5776595" y="-758190"/>
            <a:ext cx="4514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The y coordinate of all C-points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1,2,2,3,3,5,5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3600000" y="75600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4000"/>
                <a:gridCol w="324000"/>
                <a:gridCol w="324000"/>
                <a:gridCol w="324000"/>
                <a:gridCol w="32385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Pos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vert="horz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vert="horz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vert="horz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vert="horz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vert="horz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vert="horz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vert="horz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vert="horz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3600000" y="1368000"/>
          <a:ext cx="2908935" cy="46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462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2375535" y="208788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[0,1]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1768145" y="274220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Pos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1768145" y="335420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4000"/>
                <a:gridCol w="323850"/>
                <a:gridCol w="324150"/>
                <a:gridCol w="32400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5695315" y="2126615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[2,2]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6024275" y="2778400"/>
          <a:ext cx="96456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715"/>
                <a:gridCol w="32400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Y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/>
        </p:nvGraphicFramePr>
        <p:xfrm>
          <a:off x="6024275" y="3390400"/>
          <a:ext cx="96456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715"/>
                <a:gridCol w="32385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923925" y="401320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[0,0]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3738880" y="4011295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[1,1]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766410" y="4683125"/>
          <a:ext cx="193675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715"/>
                <a:gridCol w="323935"/>
                <a:gridCol w="32415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Y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表格 20"/>
          <p:cNvGraphicFramePr/>
          <p:nvPr/>
        </p:nvGraphicFramePr>
        <p:xfrm>
          <a:off x="766410" y="529551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715"/>
                <a:gridCol w="323935"/>
                <a:gridCol w="32415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/>
        </p:nvGraphicFramePr>
        <p:xfrm>
          <a:off x="3882100" y="4683515"/>
          <a:ext cx="128841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715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Y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表格 23"/>
          <p:cNvGraphicFramePr/>
          <p:nvPr/>
        </p:nvGraphicFramePr>
        <p:xfrm>
          <a:off x="3881465" y="529551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3850"/>
                <a:gridCol w="324150"/>
              </a:tblGrid>
              <a:tr h="4521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6" name="曲线连接符 5"/>
          <p:cNvCxnSpPr/>
          <p:nvPr/>
        </p:nvCxnSpPr>
        <p:spPr>
          <a:xfrm rot="5400000">
            <a:off x="4013835" y="1984375"/>
            <a:ext cx="617855" cy="588010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曲线连接符 8"/>
          <p:cNvCxnSpPr/>
          <p:nvPr/>
        </p:nvCxnSpPr>
        <p:spPr>
          <a:xfrm rot="5400000" flipV="1">
            <a:off x="5497763" y="1992638"/>
            <a:ext cx="619200" cy="586800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曲线连接符 10"/>
          <p:cNvCxnSpPr/>
          <p:nvPr/>
        </p:nvCxnSpPr>
        <p:spPr>
          <a:xfrm rot="5400000">
            <a:off x="2231390" y="3952875"/>
            <a:ext cx="617855" cy="588010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曲线连接符 15"/>
          <p:cNvCxnSpPr/>
          <p:nvPr/>
        </p:nvCxnSpPr>
        <p:spPr>
          <a:xfrm rot="5400000" flipV="1">
            <a:off x="3481003" y="3956693"/>
            <a:ext cx="619200" cy="586800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" name="矩形 51"/>
          <p:cNvSpPr/>
          <p:nvPr>
            <p:custDataLst>
              <p:tags r:id="rId1"/>
            </p:custDataLst>
          </p:nvPr>
        </p:nvSpPr>
        <p:spPr>
          <a:xfrm>
            <a:off x="513080" y="2708275"/>
            <a:ext cx="2837815" cy="148653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>
            <p:custDataLst>
              <p:tags r:id="rId2"/>
            </p:custDataLst>
          </p:nvPr>
        </p:nvSpPr>
        <p:spPr>
          <a:xfrm>
            <a:off x="238760" y="4951095"/>
            <a:ext cx="2211070" cy="148653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>
            <p:custDataLst>
              <p:tags r:id="rId3"/>
            </p:custDataLst>
          </p:nvPr>
        </p:nvSpPr>
        <p:spPr>
          <a:xfrm>
            <a:off x="2888615" y="4951095"/>
            <a:ext cx="1515745" cy="148653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5" name="直接连接符 84"/>
          <p:cNvCxnSpPr/>
          <p:nvPr/>
        </p:nvCxnSpPr>
        <p:spPr>
          <a:xfrm>
            <a:off x="2888615" y="4173855"/>
            <a:ext cx="245110" cy="7708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 flipH="1">
            <a:off x="1896745" y="4178300"/>
            <a:ext cx="249555" cy="7664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266190" y="220472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[0,1]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58800" y="285051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4000"/>
                <a:gridCol w="324000"/>
                <a:gridCol w="32400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Pos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658800" y="359156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400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47675" y="440436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[0,0]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2888615" y="440436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[1,1]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381600" y="507428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715"/>
                <a:gridCol w="323935"/>
                <a:gridCol w="324150"/>
                <a:gridCol w="3238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Y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表格 20"/>
          <p:cNvGraphicFramePr/>
          <p:nvPr/>
        </p:nvGraphicFramePr>
        <p:xfrm>
          <a:off x="381600" y="581533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3850"/>
                <a:gridCol w="324150"/>
                <a:gridCol w="3238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/>
        </p:nvGraphicFramePr>
        <p:xfrm>
          <a:off x="3031200" y="506984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Y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表格 23"/>
          <p:cNvGraphicFramePr/>
          <p:nvPr/>
        </p:nvGraphicFramePr>
        <p:xfrm>
          <a:off x="3031200" y="581400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5071745" y="2696845"/>
            <a:ext cx="2837815" cy="148653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4797425" y="4939665"/>
            <a:ext cx="2211070" cy="148653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7447280" y="4939665"/>
            <a:ext cx="1515745" cy="148653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7447280" y="4162425"/>
            <a:ext cx="245110" cy="7708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6455410" y="4166870"/>
            <a:ext cx="249555" cy="7664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5824855" y="219329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[0,1]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11"/>
            </p:custDataLst>
          </p:nvPr>
        </p:nvSpPr>
        <p:spPr>
          <a:xfrm>
            <a:off x="5006340" y="439293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[0,0]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12"/>
            </p:custDataLst>
          </p:nvPr>
        </p:nvSpPr>
        <p:spPr>
          <a:xfrm>
            <a:off x="7447280" y="439293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[1,1]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4" name="表格 33"/>
          <p:cNvGraphicFramePr/>
          <p:nvPr/>
        </p:nvGraphicFramePr>
        <p:xfrm>
          <a:off x="7589865" y="505841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Y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表格 34"/>
          <p:cNvGraphicFramePr/>
          <p:nvPr/>
        </p:nvGraphicFramePr>
        <p:xfrm>
          <a:off x="7589865" y="580257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5" name="文本框 94"/>
          <p:cNvSpPr txBox="1"/>
          <p:nvPr/>
        </p:nvSpPr>
        <p:spPr>
          <a:xfrm>
            <a:off x="805815" y="6405880"/>
            <a:ext cx="2946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wavelet tree for G[0,4]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008120" y="6404400"/>
            <a:ext cx="558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updated wavelet tree after inserting (0,5):3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5217465" y="283591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Pos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表格 35"/>
          <p:cNvGraphicFramePr/>
          <p:nvPr/>
        </p:nvGraphicFramePr>
        <p:xfrm>
          <a:off x="5217465" y="358013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4000"/>
                <a:gridCol w="323850"/>
                <a:gridCol w="324150"/>
                <a:gridCol w="32400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/>
          <p:nvPr/>
        </p:nvGraphicFramePr>
        <p:xfrm>
          <a:off x="4957410" y="506285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715"/>
                <a:gridCol w="323850"/>
                <a:gridCol w="324235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Y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表格 37"/>
          <p:cNvGraphicFramePr/>
          <p:nvPr/>
        </p:nvGraphicFramePr>
        <p:xfrm>
          <a:off x="4957410" y="580707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715"/>
                <a:gridCol w="323935"/>
                <a:gridCol w="32415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custDataLst>
      <p:tags r:id="rId1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" name="矩形 51"/>
          <p:cNvSpPr/>
          <p:nvPr>
            <p:custDataLst>
              <p:tags r:id="rId1"/>
            </p:custDataLst>
          </p:nvPr>
        </p:nvSpPr>
        <p:spPr>
          <a:xfrm>
            <a:off x="513080" y="2708275"/>
            <a:ext cx="2837815" cy="148653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>
            <p:custDataLst>
              <p:tags r:id="rId2"/>
            </p:custDataLst>
          </p:nvPr>
        </p:nvSpPr>
        <p:spPr>
          <a:xfrm>
            <a:off x="238760" y="4951095"/>
            <a:ext cx="2211070" cy="148653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>
            <p:custDataLst>
              <p:tags r:id="rId3"/>
            </p:custDataLst>
          </p:nvPr>
        </p:nvSpPr>
        <p:spPr>
          <a:xfrm>
            <a:off x="2888615" y="4951095"/>
            <a:ext cx="1515745" cy="148653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5" name="直接连接符 84"/>
          <p:cNvCxnSpPr/>
          <p:nvPr/>
        </p:nvCxnSpPr>
        <p:spPr>
          <a:xfrm>
            <a:off x="2888615" y="4173855"/>
            <a:ext cx="245110" cy="7708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 flipH="1">
            <a:off x="1896745" y="4178300"/>
            <a:ext cx="249555" cy="7664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266190" y="220472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[0,1]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58800" y="285051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4000"/>
                <a:gridCol w="324000"/>
                <a:gridCol w="32400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Pos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658800" y="359156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400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47675" y="440436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[0,0]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2888615" y="440436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[1,1]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381600" y="507428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715"/>
                <a:gridCol w="323935"/>
                <a:gridCol w="324150"/>
                <a:gridCol w="3238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Y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表格 20"/>
          <p:cNvGraphicFramePr/>
          <p:nvPr/>
        </p:nvGraphicFramePr>
        <p:xfrm>
          <a:off x="381600" y="581533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3850"/>
                <a:gridCol w="324150"/>
                <a:gridCol w="3238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/>
        </p:nvGraphicFramePr>
        <p:xfrm>
          <a:off x="3031200" y="506984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Y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表格 23"/>
          <p:cNvGraphicFramePr/>
          <p:nvPr/>
        </p:nvGraphicFramePr>
        <p:xfrm>
          <a:off x="3031200" y="581400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6430010" y="464185"/>
            <a:ext cx="3475990" cy="148780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8466455" y="2558415"/>
            <a:ext cx="1900555" cy="148653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9"/>
            </p:custDataLst>
          </p:nvPr>
        </p:nvSpPr>
        <p:spPr>
          <a:xfrm>
            <a:off x="5071745" y="2696845"/>
            <a:ext cx="2837815" cy="148653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10"/>
            </p:custDataLst>
          </p:nvPr>
        </p:nvSpPr>
        <p:spPr>
          <a:xfrm>
            <a:off x="7411720" y="381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[0,2]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>
            <p:custDataLst>
              <p:tags r:id="rId11"/>
            </p:custDataLst>
          </p:nvPr>
        </p:nvSpPr>
        <p:spPr>
          <a:xfrm>
            <a:off x="4797425" y="4939665"/>
            <a:ext cx="2211070" cy="148653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12"/>
            </p:custDataLst>
          </p:nvPr>
        </p:nvSpPr>
        <p:spPr>
          <a:xfrm>
            <a:off x="7447280" y="4939665"/>
            <a:ext cx="1515745" cy="148653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3" name="直接连接符 82"/>
          <p:cNvCxnSpPr/>
          <p:nvPr/>
        </p:nvCxnSpPr>
        <p:spPr>
          <a:xfrm flipH="1">
            <a:off x="7245680" y="1951990"/>
            <a:ext cx="428625" cy="74295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8664575" y="1938655"/>
            <a:ext cx="352800" cy="6228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447280" y="4162425"/>
            <a:ext cx="245110" cy="7708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6455410" y="4166870"/>
            <a:ext cx="249555" cy="7664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6" name="表格 15"/>
          <p:cNvGraphicFramePr/>
          <p:nvPr/>
        </p:nvGraphicFramePr>
        <p:xfrm>
          <a:off x="6573665" y="60007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4000"/>
                <a:gridCol w="324000"/>
                <a:gridCol w="324000"/>
                <a:gridCol w="3238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Pos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/>
        </p:nvGraphicFramePr>
        <p:xfrm>
          <a:off x="6573665" y="1356360"/>
          <a:ext cx="2908935" cy="3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3850"/>
                <a:gridCol w="324150"/>
                <a:gridCol w="324000"/>
                <a:gridCol w="324000"/>
              </a:tblGrid>
              <a:tr h="3670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5824855" y="219329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[0,1]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5" name="表格 24"/>
          <p:cNvGraphicFramePr/>
          <p:nvPr/>
        </p:nvGraphicFramePr>
        <p:xfrm>
          <a:off x="5217465" y="283908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4000"/>
                <a:gridCol w="324000"/>
                <a:gridCol w="323850"/>
              </a:tblGrid>
              <a:tr h="3105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Pos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表格 25"/>
          <p:cNvGraphicFramePr/>
          <p:nvPr/>
        </p:nvGraphicFramePr>
        <p:xfrm>
          <a:off x="5217465" y="358013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  <a:gridCol w="324000"/>
                <a:gridCol w="32400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" name="文本框 26"/>
          <p:cNvSpPr txBox="1"/>
          <p:nvPr>
            <p:custDataLst>
              <p:tags r:id="rId14"/>
            </p:custDataLst>
          </p:nvPr>
        </p:nvSpPr>
        <p:spPr>
          <a:xfrm>
            <a:off x="9017635" y="206883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[2,2]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8" name="表格 27"/>
          <p:cNvGraphicFramePr/>
          <p:nvPr/>
        </p:nvGraphicFramePr>
        <p:xfrm>
          <a:off x="8611265" y="270573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400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Y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8611265" y="3454400"/>
          <a:ext cx="96456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715"/>
                <a:gridCol w="3238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0" name="文本框 29"/>
          <p:cNvSpPr txBox="1"/>
          <p:nvPr>
            <p:custDataLst>
              <p:tags r:id="rId15"/>
            </p:custDataLst>
          </p:nvPr>
        </p:nvSpPr>
        <p:spPr>
          <a:xfrm>
            <a:off x="5006340" y="439293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[0,0]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16"/>
            </p:custDataLst>
          </p:nvPr>
        </p:nvSpPr>
        <p:spPr>
          <a:xfrm>
            <a:off x="7447280" y="4392930"/>
            <a:ext cx="162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[1,1]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2" name="表格 31"/>
          <p:cNvGraphicFramePr/>
          <p:nvPr/>
        </p:nvGraphicFramePr>
        <p:xfrm>
          <a:off x="4940265" y="5062855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715"/>
                <a:gridCol w="323935"/>
                <a:gridCol w="324150"/>
                <a:gridCol w="3238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Y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表格 32"/>
          <p:cNvGraphicFramePr/>
          <p:nvPr/>
        </p:nvGraphicFramePr>
        <p:xfrm>
          <a:off x="4940265" y="580390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3850"/>
                <a:gridCol w="324150"/>
                <a:gridCol w="3238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表格 33"/>
          <p:cNvGraphicFramePr/>
          <p:nvPr/>
        </p:nvGraphicFramePr>
        <p:xfrm>
          <a:off x="7589865" y="505841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Y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表格 34"/>
          <p:cNvGraphicFramePr/>
          <p:nvPr/>
        </p:nvGraphicFramePr>
        <p:xfrm>
          <a:off x="7589865" y="5802570"/>
          <a:ext cx="29089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00"/>
                <a:gridCol w="323850"/>
                <a:gridCol w="32415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5" name="文本框 94"/>
          <p:cNvSpPr txBox="1"/>
          <p:nvPr/>
        </p:nvSpPr>
        <p:spPr>
          <a:xfrm>
            <a:off x="805815" y="6405880"/>
            <a:ext cx="2946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wavelet tree for G[0,4]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879975" y="6405880"/>
            <a:ext cx="558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updated wavelet tree after inserting (2,5):1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552700" y="2158945"/>
            <a:ext cx="1936750" cy="810000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552700" y="2158945"/>
            <a:ext cx="186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pos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0,0,0,0,0,0,1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159250" y="334073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[2,2]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4034155" y="3844290"/>
            <a:ext cx="1270635" cy="810754"/>
            <a:chOff x="5382" y="7534"/>
            <a:chExt cx="2001" cy="1599"/>
          </a:xfrm>
        </p:grpSpPr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>
              <p:custDataLst>
                <p:tags r:id="rId5"/>
              </p:custDataLst>
            </p:nvPr>
          </p:nvSpPr>
          <p:spPr>
            <a:xfrm>
              <a:off x="5382" y="7534"/>
              <a:ext cx="2000" cy="7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5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49" name="文本框 48"/>
          <p:cNvSpPr txBox="1"/>
          <p:nvPr>
            <p:custDataLst>
              <p:tags r:id="rId6"/>
            </p:custDataLst>
          </p:nvPr>
        </p:nvSpPr>
        <p:spPr>
          <a:xfrm>
            <a:off x="1945640" y="3382010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[0,1]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1337310" y="3844925"/>
            <a:ext cx="1936800" cy="810260"/>
            <a:chOff x="5382" y="7534"/>
            <a:chExt cx="2013" cy="1599"/>
          </a:xfrm>
        </p:grpSpPr>
        <p:sp>
          <p:nvSpPr>
            <p:cNvPr id="52" name="矩形 51"/>
            <p:cNvSpPr/>
            <p:nvPr>
              <p:custDataLst>
                <p:tags r:id="rId7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文本框 52"/>
            <p:cNvSpPr txBox="1"/>
            <p:nvPr>
              <p:custDataLst>
                <p:tags r:id="rId8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i="1">
                  <a:latin typeface="Times New Roman" panose="02020603050405020304" charset="0"/>
                  <a:cs typeface="Times New Roman" panose="02020603050405020304" charset="0"/>
                </a:rPr>
                <a:t>pos</a:t>
              </a:r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: 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0,0,1,0,1,0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4" name="文本框 53"/>
            <p:cNvSpPr txBox="1"/>
            <p:nvPr>
              <p:custDataLst>
                <p:tags r:id="rId9"/>
              </p:custDataLst>
            </p:nvPr>
          </p:nvSpPr>
          <p:spPr>
            <a:xfrm>
              <a:off x="5382" y="8378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1,2,1,1,1,3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55" name="文本框 54"/>
          <p:cNvSpPr txBox="1"/>
          <p:nvPr>
            <p:custDataLst>
              <p:tags r:id="rId10"/>
            </p:custDataLst>
          </p:nvPr>
        </p:nvSpPr>
        <p:spPr>
          <a:xfrm>
            <a:off x="3093720" y="161734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[0,2]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11"/>
            </p:custDataLst>
          </p:nvPr>
        </p:nvSpPr>
        <p:spPr>
          <a:xfrm>
            <a:off x="845185" y="492823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[0,0]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720090" y="5431790"/>
            <a:ext cx="1278255" cy="810507"/>
            <a:chOff x="5382" y="7534"/>
            <a:chExt cx="2013" cy="1599"/>
          </a:xfrm>
        </p:grpSpPr>
        <p:sp>
          <p:nvSpPr>
            <p:cNvPr id="62" name="矩形 61"/>
            <p:cNvSpPr/>
            <p:nvPr>
              <p:custDataLst>
                <p:tags r:id="rId12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>
              <p:custDataLst>
                <p:tags r:id="rId13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1,2,3,5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65" name="文本框 64"/>
          <p:cNvSpPr txBox="1"/>
          <p:nvPr>
            <p:custDataLst>
              <p:tags r:id="rId14"/>
            </p:custDataLst>
          </p:nvPr>
        </p:nvSpPr>
        <p:spPr>
          <a:xfrm>
            <a:off x="2803525" y="492823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[1,1]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2678430" y="5431790"/>
            <a:ext cx="1278255" cy="810507"/>
            <a:chOff x="5382" y="7534"/>
            <a:chExt cx="2013" cy="1599"/>
          </a:xfrm>
        </p:grpSpPr>
        <p:sp>
          <p:nvSpPr>
            <p:cNvPr id="67" name="矩形 66"/>
            <p:cNvSpPr/>
            <p:nvPr>
              <p:custDataLst>
                <p:tags r:id="rId15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文本框 67"/>
            <p:cNvSpPr txBox="1"/>
            <p:nvPr>
              <p:custDataLst>
                <p:tags r:id="rId16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2,3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80" name="文本框 79"/>
          <p:cNvSpPr txBox="1"/>
          <p:nvPr>
            <p:custDataLst>
              <p:tags r:id="rId17"/>
            </p:custDataLst>
          </p:nvPr>
        </p:nvSpPr>
        <p:spPr>
          <a:xfrm>
            <a:off x="2565400" y="2600649"/>
            <a:ext cx="192429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1,2,1,1,1,3,1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2" name="文本框 81"/>
          <p:cNvSpPr txBox="1"/>
          <p:nvPr>
            <p:custDataLst>
              <p:tags r:id="rId18"/>
            </p:custDataLst>
          </p:nvPr>
        </p:nvSpPr>
        <p:spPr>
          <a:xfrm>
            <a:off x="1270635" y="1014095"/>
            <a:ext cx="4514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The y coordinate of all C-points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1,2,2,3,3,5,5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83" name="直接连接符 82"/>
          <p:cNvCxnSpPr/>
          <p:nvPr/>
        </p:nvCxnSpPr>
        <p:spPr>
          <a:xfrm flipH="1">
            <a:off x="2862580" y="2966720"/>
            <a:ext cx="255600" cy="885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3973830" y="2961640"/>
            <a:ext cx="254000" cy="8858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2678430" y="4654550"/>
            <a:ext cx="245110" cy="7708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 flipH="1">
            <a:off x="1696085" y="4658995"/>
            <a:ext cx="249555" cy="7664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>
            <p:custDataLst>
              <p:tags r:id="rId19"/>
            </p:custDataLst>
          </p:nvPr>
        </p:nvSpPr>
        <p:spPr>
          <a:xfrm>
            <a:off x="720090" y="5871210"/>
            <a:ext cx="1270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1,2,1,3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9" name="文本框 88"/>
          <p:cNvSpPr txBox="1"/>
          <p:nvPr>
            <p:custDataLst>
              <p:tags r:id="rId20"/>
            </p:custDataLst>
          </p:nvPr>
        </p:nvSpPr>
        <p:spPr>
          <a:xfrm>
            <a:off x="2678430" y="5866765"/>
            <a:ext cx="127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0" name="文本框 89"/>
          <p:cNvSpPr txBox="1"/>
          <p:nvPr>
            <p:custDataLst>
              <p:tags r:id="rId21"/>
            </p:custDataLst>
          </p:nvPr>
        </p:nvSpPr>
        <p:spPr>
          <a:xfrm>
            <a:off x="4034155" y="4272915"/>
            <a:ext cx="127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7035165" y="2174185"/>
            <a:ext cx="1936750" cy="810000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035165" y="2174185"/>
            <a:ext cx="186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pos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0,0,0,0,0,1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8641715" y="335597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[2,2]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516620" y="3859530"/>
            <a:ext cx="1270635" cy="810754"/>
            <a:chOff x="5382" y="7534"/>
            <a:chExt cx="2001" cy="1599"/>
          </a:xfrm>
        </p:grpSpPr>
        <p:sp>
          <p:nvSpPr>
            <p:cNvPr id="9" name="矩形 8"/>
            <p:cNvSpPr/>
            <p:nvPr>
              <p:custDataLst>
                <p:tags r:id="rId4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>
              <p:custDataLst>
                <p:tags r:id="rId5"/>
              </p:custDataLst>
            </p:nvPr>
          </p:nvSpPr>
          <p:spPr>
            <a:xfrm>
              <a:off x="5382" y="7534"/>
              <a:ext cx="2000" cy="7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5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6428105" y="3397250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[0,1]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819775" y="3860165"/>
            <a:ext cx="1936800" cy="810260"/>
            <a:chOff x="5382" y="7534"/>
            <a:chExt cx="2013" cy="1599"/>
          </a:xfrm>
        </p:grpSpPr>
        <p:sp>
          <p:nvSpPr>
            <p:cNvPr id="14" name="矩形 13"/>
            <p:cNvSpPr/>
            <p:nvPr>
              <p:custDataLst>
                <p:tags r:id="rId7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>
              <p:custDataLst>
                <p:tags r:id="rId8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i="1">
                  <a:latin typeface="Times New Roman" panose="02020603050405020304" charset="0"/>
                  <a:cs typeface="Times New Roman" panose="02020603050405020304" charset="0"/>
                </a:rPr>
                <a:t>pos</a:t>
              </a:r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: 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0,0,1,0,1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9"/>
              </p:custDataLst>
            </p:nvPr>
          </p:nvSpPr>
          <p:spPr>
            <a:xfrm>
              <a:off x="5382" y="8378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1,2,1,1,1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7576185" y="163258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[0,2]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5327650" y="494347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[0,0]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202555" y="5447030"/>
            <a:ext cx="1278255" cy="810507"/>
            <a:chOff x="5382" y="7534"/>
            <a:chExt cx="2013" cy="1599"/>
          </a:xfrm>
        </p:grpSpPr>
        <p:sp>
          <p:nvSpPr>
            <p:cNvPr id="20" name="矩形 19"/>
            <p:cNvSpPr/>
            <p:nvPr>
              <p:custDataLst>
                <p:tags r:id="rId12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>
              <p:custDataLst>
                <p:tags r:id="rId13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1,2,3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2" name="文本框 21"/>
          <p:cNvSpPr txBox="1"/>
          <p:nvPr>
            <p:custDataLst>
              <p:tags r:id="rId14"/>
            </p:custDataLst>
          </p:nvPr>
        </p:nvSpPr>
        <p:spPr>
          <a:xfrm>
            <a:off x="7285990" y="494347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[1,1]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7160895" y="5447030"/>
            <a:ext cx="1278255" cy="810507"/>
            <a:chOff x="5382" y="7534"/>
            <a:chExt cx="2013" cy="1599"/>
          </a:xfrm>
        </p:grpSpPr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>
              <p:custDataLst>
                <p:tags r:id="rId16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2,3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7" name="文本框 26"/>
          <p:cNvSpPr txBox="1"/>
          <p:nvPr>
            <p:custDataLst>
              <p:tags r:id="rId17"/>
            </p:custDataLst>
          </p:nvPr>
        </p:nvSpPr>
        <p:spPr>
          <a:xfrm>
            <a:off x="7047865" y="2615889"/>
            <a:ext cx="192429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1,2,1,1,1,1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18"/>
            </p:custDataLst>
          </p:nvPr>
        </p:nvSpPr>
        <p:spPr>
          <a:xfrm>
            <a:off x="5753100" y="1029335"/>
            <a:ext cx="4514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The y coordinate of all C-points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1,2,2,3,3,5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H="1">
            <a:off x="7345045" y="2981960"/>
            <a:ext cx="255600" cy="885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8456295" y="2976880"/>
            <a:ext cx="254000" cy="8858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7160895" y="4669790"/>
            <a:ext cx="245110" cy="7708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6178550" y="4674235"/>
            <a:ext cx="249555" cy="7664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19"/>
            </p:custDataLst>
          </p:nvPr>
        </p:nvSpPr>
        <p:spPr>
          <a:xfrm>
            <a:off x="5202555" y="5886450"/>
            <a:ext cx="1270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1,2,1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20"/>
            </p:custDataLst>
          </p:nvPr>
        </p:nvSpPr>
        <p:spPr>
          <a:xfrm>
            <a:off x="7160895" y="5882005"/>
            <a:ext cx="127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21"/>
            </p:custDataLst>
          </p:nvPr>
        </p:nvSpPr>
        <p:spPr>
          <a:xfrm>
            <a:off x="8516620" y="4288155"/>
            <a:ext cx="127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22"/>
            </p:custDataLst>
          </p:nvPr>
        </p:nvSpPr>
        <p:spPr>
          <a:xfrm>
            <a:off x="1945640" y="3382010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[0,1]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337310" y="3844925"/>
            <a:ext cx="1936800" cy="810260"/>
            <a:chOff x="5382" y="7534"/>
            <a:chExt cx="2013" cy="1599"/>
          </a:xfrm>
        </p:grpSpPr>
        <p:sp>
          <p:nvSpPr>
            <p:cNvPr id="38" name="矩形 37"/>
            <p:cNvSpPr/>
            <p:nvPr>
              <p:custDataLst>
                <p:tags r:id="rId23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>
              <p:custDataLst>
                <p:tags r:id="rId24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i="1">
                  <a:latin typeface="Times New Roman" panose="02020603050405020304" charset="0"/>
                  <a:cs typeface="Times New Roman" panose="02020603050405020304" charset="0"/>
                </a:rPr>
                <a:t>pos</a:t>
              </a:r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: 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0,0,1,0,1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25"/>
              </p:custDataLst>
            </p:nvPr>
          </p:nvSpPr>
          <p:spPr>
            <a:xfrm>
              <a:off x="5382" y="8378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1,2,1,1,1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41" name="文本框 40"/>
          <p:cNvSpPr txBox="1"/>
          <p:nvPr>
            <p:custDataLst>
              <p:tags r:id="rId26"/>
            </p:custDataLst>
          </p:nvPr>
        </p:nvSpPr>
        <p:spPr>
          <a:xfrm>
            <a:off x="845185" y="492823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[0,0]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720090" y="5431790"/>
            <a:ext cx="1278255" cy="810507"/>
            <a:chOff x="5382" y="7534"/>
            <a:chExt cx="2013" cy="1599"/>
          </a:xfrm>
        </p:grpSpPr>
        <p:sp>
          <p:nvSpPr>
            <p:cNvPr id="43" name="矩形 42"/>
            <p:cNvSpPr/>
            <p:nvPr>
              <p:custDataLst>
                <p:tags r:id="rId27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>
              <p:custDataLst>
                <p:tags r:id="rId28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1,2,3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45" name="文本框 44"/>
          <p:cNvSpPr txBox="1"/>
          <p:nvPr>
            <p:custDataLst>
              <p:tags r:id="rId29"/>
            </p:custDataLst>
          </p:nvPr>
        </p:nvSpPr>
        <p:spPr>
          <a:xfrm>
            <a:off x="2803525" y="492823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[1,1]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678430" y="5431790"/>
            <a:ext cx="1278255" cy="810507"/>
            <a:chOff x="5382" y="7534"/>
            <a:chExt cx="2013" cy="1599"/>
          </a:xfrm>
        </p:grpSpPr>
        <p:sp>
          <p:nvSpPr>
            <p:cNvPr id="47" name="矩形 46"/>
            <p:cNvSpPr/>
            <p:nvPr>
              <p:custDataLst>
                <p:tags r:id="rId30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>
              <p:custDataLst>
                <p:tags r:id="rId31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2,3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56" name="直接连接符 55"/>
          <p:cNvCxnSpPr/>
          <p:nvPr/>
        </p:nvCxnSpPr>
        <p:spPr>
          <a:xfrm>
            <a:off x="2678430" y="4654550"/>
            <a:ext cx="245110" cy="7708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1696085" y="4658995"/>
            <a:ext cx="249555" cy="7664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>
            <p:custDataLst>
              <p:tags r:id="rId32"/>
            </p:custDataLst>
          </p:nvPr>
        </p:nvSpPr>
        <p:spPr>
          <a:xfrm>
            <a:off x="720090" y="5871210"/>
            <a:ext cx="1270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1,2,1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>
            <p:custDataLst>
              <p:tags r:id="rId33"/>
            </p:custDataLst>
          </p:nvPr>
        </p:nvSpPr>
        <p:spPr>
          <a:xfrm>
            <a:off x="2678430" y="5866765"/>
            <a:ext cx="127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4" name="文本框 93"/>
          <p:cNvSpPr txBox="1"/>
          <p:nvPr>
            <p:custDataLst>
              <p:tags r:id="rId34"/>
            </p:custDataLst>
          </p:nvPr>
        </p:nvSpPr>
        <p:spPr>
          <a:xfrm>
            <a:off x="419735" y="2700020"/>
            <a:ext cx="4514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The y coordinate of all C-points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1,2,2,3,3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805815" y="6405880"/>
            <a:ext cx="2946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wavelet tree for G[0,4]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879975" y="6405880"/>
            <a:ext cx="558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updated wavelet tree after inserting (2,5):1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3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6428105" y="3397250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[0,1]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819775" y="3860165"/>
            <a:ext cx="1936800" cy="810260"/>
            <a:chOff x="5382" y="7534"/>
            <a:chExt cx="2013" cy="1599"/>
          </a:xfrm>
        </p:grpSpPr>
        <p:sp>
          <p:nvSpPr>
            <p:cNvPr id="14" name="矩形 13"/>
            <p:cNvSpPr/>
            <p:nvPr>
              <p:custDataLst>
                <p:tags r:id="rId2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>
              <p:custDataLst>
                <p:tags r:id="rId3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i="1">
                  <a:latin typeface="Times New Roman" panose="02020603050405020304" charset="0"/>
                  <a:cs typeface="Times New Roman" panose="02020603050405020304" charset="0"/>
                </a:rPr>
                <a:t>pos</a:t>
              </a:r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: 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0,0,1,0,1,0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4"/>
              </p:custDataLst>
            </p:nvPr>
          </p:nvSpPr>
          <p:spPr>
            <a:xfrm>
              <a:off x="5382" y="8378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1,2,1,1,1,3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327650" y="494347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[0,0]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202555" y="5447030"/>
            <a:ext cx="1278255" cy="810507"/>
            <a:chOff x="5382" y="7534"/>
            <a:chExt cx="2013" cy="1599"/>
          </a:xfrm>
        </p:grpSpPr>
        <p:sp>
          <p:nvSpPr>
            <p:cNvPr id="20" name="矩形 19"/>
            <p:cNvSpPr/>
            <p:nvPr>
              <p:custDataLst>
                <p:tags r:id="rId6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>
              <p:custDataLst>
                <p:tags r:id="rId7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1,2,3,5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7285990" y="494347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[1,1]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7160895" y="5447030"/>
            <a:ext cx="1278255" cy="810507"/>
            <a:chOff x="5382" y="7534"/>
            <a:chExt cx="2013" cy="1599"/>
          </a:xfrm>
        </p:grpSpPr>
        <p:sp>
          <p:nvSpPr>
            <p:cNvPr id="25" name="矩形 24"/>
            <p:cNvSpPr/>
            <p:nvPr>
              <p:custDataLst>
                <p:tags r:id="rId9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>
              <p:custDataLst>
                <p:tags r:id="rId10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2,3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8" name="文本框 27"/>
          <p:cNvSpPr txBox="1"/>
          <p:nvPr>
            <p:custDataLst>
              <p:tags r:id="rId11"/>
            </p:custDataLst>
          </p:nvPr>
        </p:nvSpPr>
        <p:spPr>
          <a:xfrm>
            <a:off x="5202555" y="2700000"/>
            <a:ext cx="4514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The y coordinate of all C-points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1,2,2,3,3,5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7160895" y="4669790"/>
            <a:ext cx="245110" cy="7708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6178550" y="4674235"/>
            <a:ext cx="249555" cy="7664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5202555" y="5886450"/>
            <a:ext cx="1270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1,2,1,3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3"/>
            </p:custDataLst>
          </p:nvPr>
        </p:nvSpPr>
        <p:spPr>
          <a:xfrm>
            <a:off x="7160895" y="5882005"/>
            <a:ext cx="127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1945640" y="3382010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[0,1]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337310" y="3844925"/>
            <a:ext cx="1936800" cy="810260"/>
            <a:chOff x="5382" y="7534"/>
            <a:chExt cx="2013" cy="1599"/>
          </a:xfrm>
        </p:grpSpPr>
        <p:sp>
          <p:nvSpPr>
            <p:cNvPr id="38" name="矩形 37"/>
            <p:cNvSpPr/>
            <p:nvPr>
              <p:custDataLst>
                <p:tags r:id="rId15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>
              <p:custDataLst>
                <p:tags r:id="rId16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i="1">
                  <a:latin typeface="Times New Roman" panose="02020603050405020304" charset="0"/>
                  <a:cs typeface="Times New Roman" panose="02020603050405020304" charset="0"/>
                </a:rPr>
                <a:t>pos</a:t>
              </a:r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: 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0,0,1,0,1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17"/>
              </p:custDataLst>
            </p:nvPr>
          </p:nvSpPr>
          <p:spPr>
            <a:xfrm>
              <a:off x="5382" y="8378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1,2,1,1,1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41" name="文本框 40"/>
          <p:cNvSpPr txBox="1"/>
          <p:nvPr>
            <p:custDataLst>
              <p:tags r:id="rId18"/>
            </p:custDataLst>
          </p:nvPr>
        </p:nvSpPr>
        <p:spPr>
          <a:xfrm>
            <a:off x="845185" y="492823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[0,0]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720090" y="5431790"/>
            <a:ext cx="1278255" cy="810507"/>
            <a:chOff x="5382" y="7534"/>
            <a:chExt cx="2013" cy="1599"/>
          </a:xfrm>
        </p:grpSpPr>
        <p:sp>
          <p:nvSpPr>
            <p:cNvPr id="43" name="矩形 42"/>
            <p:cNvSpPr/>
            <p:nvPr>
              <p:custDataLst>
                <p:tags r:id="rId19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>
              <p:custDataLst>
                <p:tags r:id="rId20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1,2,3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45" name="文本框 44"/>
          <p:cNvSpPr txBox="1"/>
          <p:nvPr>
            <p:custDataLst>
              <p:tags r:id="rId21"/>
            </p:custDataLst>
          </p:nvPr>
        </p:nvSpPr>
        <p:spPr>
          <a:xfrm>
            <a:off x="2803525" y="492823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[1,1]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678430" y="5431790"/>
            <a:ext cx="1278255" cy="810507"/>
            <a:chOff x="5382" y="7534"/>
            <a:chExt cx="2013" cy="1599"/>
          </a:xfrm>
        </p:grpSpPr>
        <p:sp>
          <p:nvSpPr>
            <p:cNvPr id="47" name="矩形 46"/>
            <p:cNvSpPr/>
            <p:nvPr>
              <p:custDataLst>
                <p:tags r:id="rId22"/>
              </p:custDataLst>
            </p:nvPr>
          </p:nvSpPr>
          <p:spPr>
            <a:xfrm>
              <a:off x="5382" y="7534"/>
              <a:ext cx="2001" cy="159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>
              <p:custDataLst>
                <p:tags r:id="rId23"/>
              </p:custDataLst>
            </p:nvPr>
          </p:nvSpPr>
          <p:spPr>
            <a:xfrm>
              <a:off x="5395" y="7534"/>
              <a:ext cx="2000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: 2,3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56" name="直接连接符 55"/>
          <p:cNvCxnSpPr/>
          <p:nvPr/>
        </p:nvCxnSpPr>
        <p:spPr>
          <a:xfrm>
            <a:off x="2678430" y="4654550"/>
            <a:ext cx="245110" cy="7708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1696085" y="4658995"/>
            <a:ext cx="249555" cy="7664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>
            <p:custDataLst>
              <p:tags r:id="rId24"/>
            </p:custDataLst>
          </p:nvPr>
        </p:nvSpPr>
        <p:spPr>
          <a:xfrm>
            <a:off x="720090" y="5871210"/>
            <a:ext cx="1270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1,2,1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>
            <p:custDataLst>
              <p:tags r:id="rId25"/>
            </p:custDataLst>
          </p:nvPr>
        </p:nvSpPr>
        <p:spPr>
          <a:xfrm>
            <a:off x="2678430" y="5866765"/>
            <a:ext cx="127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4" name="文本框 93"/>
          <p:cNvSpPr txBox="1"/>
          <p:nvPr>
            <p:custDataLst>
              <p:tags r:id="rId26"/>
            </p:custDataLst>
          </p:nvPr>
        </p:nvSpPr>
        <p:spPr>
          <a:xfrm>
            <a:off x="419735" y="2700020"/>
            <a:ext cx="4514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The y coordinate of all C-points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: 1,2,2,3,3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805815" y="6405880"/>
            <a:ext cx="2946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wavelet tree for G[0,4]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879975" y="6405880"/>
            <a:ext cx="558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updated wavelet tree after inserting (0,5):3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2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64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65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66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67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68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69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70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71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72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73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76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77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78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79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80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81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82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83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84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85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86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89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90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91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92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93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94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95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96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97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98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99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00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01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02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03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06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07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08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09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10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11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12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13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14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15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16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17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18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19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20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21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22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23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24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25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28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29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30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31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32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33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34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35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36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37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38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39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40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41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42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43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44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45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46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47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48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49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50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51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52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53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54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55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56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57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58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59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60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6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2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63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64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65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66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67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68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69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70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71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72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73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74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75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76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77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78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79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80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81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82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83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84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85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86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87.xml><?xml version="1.0" encoding="utf-8"?>
<p:tagLst xmlns:p="http://schemas.openxmlformats.org/presentationml/2006/main">
  <p:tag name="KSO_WM_DIAGRAM_VIRTUALLY_FRAME" val="{&quot;height&quot;:149.5,&quot;left&quot;:157.2,&quot;top&quot;:65,&quot;width&quot;:493.8}"/>
</p:tagLst>
</file>

<file path=ppt/tags/tag1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9.xml><?xml version="1.0" encoding="utf-8"?>
<p:tagLst xmlns:p="http://schemas.openxmlformats.org/presentationml/2006/main">
  <p:tag name="commondata" val="eyJoZGlkIjoiNjRlNmU1YmFmMjE3YWQ4YWFhNmI1NmExMWY2MDljOT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1343</Words>
  <Application>WPS 演示</Application>
  <PresentationFormat>宽屏</PresentationFormat>
  <Paragraphs>532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Yuyang Xia</cp:lastModifiedBy>
  <cp:revision>240</cp:revision>
  <dcterms:created xsi:type="dcterms:W3CDTF">2019-06-19T02:08:00Z</dcterms:created>
  <dcterms:modified xsi:type="dcterms:W3CDTF">2024-06-07T11:18:04Z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99828CD3092A4B0CBDD8B4F76CFFCD6B_11</vt:lpwstr>
  </property>
</Properties>
</file>